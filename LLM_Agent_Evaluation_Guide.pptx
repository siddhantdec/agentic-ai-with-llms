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🔬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371600" y="41148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 Evaluation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371600" y="103327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371600" y="1828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Guide | Compare GPT-4o vs Llama-3 vs Mixtral with automatic scoring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07792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93522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LangChain Agents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06040" y="2907792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9192" y="293522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Web Search Tool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2907792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293522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Ragas Scoring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03720" y="2907792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76872" y="293522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Auto Leaderboard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45354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OpenAI · Groq · Hugging Face models on Faithfulness, Relevancy &amp; Latency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0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Building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603504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AI agent evaluation system that benchmarks multiple LLMs automatically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" y="1115568"/>
            <a:ext cx="1536192" cy="102412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15568"/>
            <a:ext cx="1536192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1556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47472" y="138988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93192" y="1664208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901952" y="1481328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066544" y="1115568"/>
            <a:ext cx="1536192" cy="1024128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66544" y="1115568"/>
            <a:ext cx="153619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66544" y="111556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066544" y="138988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112264" y="1664208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21024" y="1481328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85616" y="1115568"/>
            <a:ext cx="1536192" cy="1024128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85616" y="1115568"/>
            <a:ext cx="1536192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85616" y="111556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785616" y="138988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831336" y="1664208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DuckDuckGo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340096" y="1481328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504688" y="1115568"/>
            <a:ext cx="1536192" cy="1024128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04688" y="1115568"/>
            <a:ext cx="153619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04688" y="111556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504688" y="138988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550408" y="1664208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059168" y="1481328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223760" y="1115568"/>
            <a:ext cx="1536192" cy="1024128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23760" y="1115568"/>
            <a:ext cx="1536192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0" y="111556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223760" y="138988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269480" y="1664208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47472" y="22677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files overview: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47472" y="2578608"/>
            <a:ext cx="4160520" cy="676656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7472" y="2578608"/>
            <a:ext cx="64008" cy="6766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26334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288950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all models, runs agents, collects results, prints leaderboard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7472" y="3328416"/>
            <a:ext cx="4160520" cy="676656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7472" y="3328416"/>
            <a:ext cx="64008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33832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agent.py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" y="363931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LangChain ReAct agent with DuckDuckGo web search tool attached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47472" y="4078224"/>
            <a:ext cx="4160520" cy="676656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47472" y="4078224"/>
            <a:ext cx="64008" cy="6766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41330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dataset.py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02920" y="43891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benchmark questions with ground truth answers for scoring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81728" y="2578608"/>
            <a:ext cx="4160520" cy="676656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81728" y="2578608"/>
            <a:ext cx="64008" cy="6766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37176" y="26334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evaluator.py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837176" y="288950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Ragas metrics — Faithfulness and Answer Relevancy — on all results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81728" y="3328416"/>
            <a:ext cx="4160520" cy="676656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81728" y="3328416"/>
            <a:ext cx="64008" cy="6766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37176" y="33832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leaderboard.py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837176" y="363931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scores per model into a ranked pandas DataFrame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81728" y="4078224"/>
            <a:ext cx="4160520" cy="676656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81728" y="4078224"/>
            <a:ext cx="64008" cy="6766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37176" y="41330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837176" y="43891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OPENAI_API_KEY, GROQ_API_KEY and HF_TOKEN — never commit to Git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0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Project Setup — Folder &amp; Dependencies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603504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folder, install packages, and configure API keys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4160520" cy="26974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6128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Folder Structure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agent_llm_evaluation/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709928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main.py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956816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agent.py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20370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dataset.py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450592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evaluator.py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697480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leaderboard.py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944368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requirements.txt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191256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.env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63440" y="111556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commands: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417320"/>
            <a:ext cx="4160520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27448" y="1490472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27448" y="1499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48072" y="146304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project folder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27448" y="1746504"/>
            <a:ext cx="4041648" cy="49377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37176" y="1819656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agent_llm_evaluation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agent_llm_evaluation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2404872"/>
            <a:ext cx="4160520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27448" y="2478024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7448" y="2487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48072" y="245059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virtual environment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27448" y="2734056"/>
            <a:ext cx="4041648" cy="49377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37176" y="2807208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venv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venv/bin/activate  # Mac/Linux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venv\Scripts\activate    # Windows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3392424"/>
            <a:ext cx="4160520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27448" y="3465576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27448" y="3474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48072" y="343814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27448" y="3721608"/>
            <a:ext cx="4041648" cy="49377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37176" y="3794760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47472" y="39136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— full list: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4187952"/>
            <a:ext cx="8503920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9768" y="4261104"/>
            <a:ext cx="8284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  langchain-community  langchain-openai  langchain-groq  ragas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duckduckgo-search  datasets  pandas  tqdm  python-dotenv  transformers  torch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4828032"/>
            <a:ext cx="8503920" cy="402336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8737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Use Python 3.9 or higher. If torch install is slow, add --index-url https://download.pytorch.org/whl/cpu for a lighter CPU build.</a:t>
            </a:r>
            <a:endParaRPr lang="en-US" sz="9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0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Configure API Keys in .env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603504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three API keys — OpenAI, Groq, and Hugging Face — and store them in .env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8503920" cy="98755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188720"/>
            <a:ext cx="82844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.env file (create this in your project root folder)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OPENAI_API_KEY=sk-proj-xxxxxxxxxxxxxxxxxxxxxxxx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GROQ_API_KEY=gsk_xxxxxxxxxxxxxxxxxxxxxxxxxxxxxxxx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HF_TOKEN=hf_xxxxxxxxxxxxxxxxxxxxxxxxxxxxxxxxxxxxxxxx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2212848"/>
            <a:ext cx="2697480" cy="257860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212848"/>
            <a:ext cx="269748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2212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OpenAI API Key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" y="253288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Go to  platform.openai.com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9768" y="291693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Sign in → click API Keys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9768" y="330098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Click  Create new secret key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9768" y="368503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Copy → paste as OPENAI_API_KEY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93192" y="4370832"/>
            <a:ext cx="2542032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44074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GPT-4o model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54680" y="2212848"/>
            <a:ext cx="2697480" cy="2578608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54680" y="2212848"/>
            <a:ext cx="269748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27832" y="2212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Groq API Key  (free &amp; very fast)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64408" y="253288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Go to  console.groq.com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64408" y="291693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Sign up for a free account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64408" y="330098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Click  API Keys → Create API Key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64408" y="368503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Copy → paste as GROQ_API_KEY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27832" y="4370832"/>
            <a:ext cx="2542032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44074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Llama-3-70B — free tier available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989320" y="2212848"/>
            <a:ext cx="2697480" cy="2578608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2212848"/>
            <a:ext cx="269748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62472" y="2212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🤗  Hugging Face Token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099048" y="253288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Go to  huggingface.co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99048" y="291693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Sign in → Settings → Access Tokens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99048" y="330098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Click  New token → Read permission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99048" y="368503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Copy → paste as HF_TOKEN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62472" y="4370832"/>
            <a:ext cx="254203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44074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Mixtral-8x7B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4892040"/>
            <a:ext cx="8503920" cy="402336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9377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Never commit .env to Git! Add it to .gitignore immediately. Never share these keys in code or screenshots.</a:t>
            </a:r>
            <a:endParaRPr lang="en-US" sz="9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0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Create dataset.py — Benchmark Questions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603504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questions and ground truth answers the agents will be tested 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47472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file  dataset.py  and paste this code: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8503920" cy="2788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490472"/>
            <a:ext cx="8284464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 = [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"question": "Who invented Python programming language?",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"ground_truth": "Python was created by Guido van Rossum."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"question": "What is Retrieval Augmented Generation?",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"ground_truth": "Retrieval Augmented Generation combines external knowledge 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"retrieval with language generation."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"question": "Latest developments in generative AI",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"ground_truth": "Recent developments include multimodal models, agentic AI 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"systems and improved reasoning models."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4315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dataset fields: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4645152"/>
            <a:ext cx="4160520" cy="43891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4645152"/>
            <a:ext cx="64008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46634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"question"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83080" y="46634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sent to each agent. Can be factual ("Who invented...") or open-ended ("Latest developments...").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09160" y="4645152"/>
            <a:ext cx="4160520" cy="43891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4645152"/>
            <a:ext cx="64008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46634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"ground_truth"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72200" y="46634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expected correct answer. Ragas compares the agent's response against this to calculate Faithfulness and Relevancy scores.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0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Create agent.py — LangChain Agent with Search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603504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ReAct agent that any LLM can use with a web search tool attached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47472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file  agent.py  and paste this code: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5029200" cy="33832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490472"/>
            <a:ext cx="4809744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langchain.agents import initialize_agent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langchain.agents import Tool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langchain_community.tools import DuckDuckGoSearchRun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create_agent(llm):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search = DuckDuckGoSearchRun()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 = 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Tool(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name="Search",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func=search.run,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description="Search the internet for latest information"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 = initialize_agent(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tools,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llm,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agent="zero-shot-react-description",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verbose=False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agent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0" y="1417320"/>
            <a:ext cx="3310128" cy="7315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1417320"/>
            <a:ext cx="64008" cy="7315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23560" y="14721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DuckDuckGoSearchRun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23560" y="17373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web search tool built into LangChain. No API key needed. Agents use this to find current information from the internet.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5486400" y="2221992"/>
            <a:ext cx="3310128" cy="73152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2221992"/>
            <a:ext cx="64008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227685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initialize_agent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23560" y="254203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function that wires together an LLM + tools + an agent strategy. Returns a runnable agent object.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5486400" y="3026664"/>
            <a:ext cx="3310128" cy="73152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3026664"/>
            <a:ext cx="64008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30815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zero-shot-react-description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23560" y="334670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 prompting strategy. The agent reasons about each step (Thought → Action → Observation) before giving a final answer.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5486400" y="3831336"/>
            <a:ext cx="3310128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3831336"/>
            <a:ext cx="64008" cy="7315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23560" y="38862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create_agent(llm)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23560" y="415137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any LangChain-compatible LLM. The same function works for GPT-4o, Llama-3 and Mixtral — you just pass a different llm object.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320040" y="4892040"/>
            <a:ext cx="8503920" cy="402336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9377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Setting verbose=False keeps the terminal clean. Change to True during debugging to see the agent's full Thought→Action→Observation reasoning.</a:t>
            </a:r>
            <a:endParaRPr lang="en-US" sz="9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0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Create evaluator.py — Ragas Automatic Scoring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603504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measures two things: how faithful the answer is, and how relevant it is to the question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47472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file  evaluator.py  and paste this code: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5029200" cy="34015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490472"/>
            <a:ext cx="4809744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ragas.metrics import faithfulness, answer_relevancy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ragas import evaluate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datasets import Dataset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evaluate_results(results):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"question":    [],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"answer":      [],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"contexts":    [],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"ground_truth":[]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r in results: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data["question"].append(r["question"])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data["answer"].append(r["answer"])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data["contexts"].append([r["context"]])   # Ragas expects a list of strings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data["ground_truth"].append(r["ground_truth"])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dataset = Dataset.from_dict(data)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scores = evaluate(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dataset,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metrics=[faithfulness, answer_relevancy]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scores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0" y="1417320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metrics explained: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0" y="1737360"/>
            <a:ext cx="3310128" cy="117043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1737360"/>
            <a:ext cx="3310128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33488" y="1755648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0.0 – 1.0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77840" y="2066544"/>
            <a:ext cx="3127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if the answer is factually grounded in the retrieved context. A score of 1.0 means every claim in the answer is supported by the context.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0" y="3035808"/>
            <a:ext cx="3310128" cy="117043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3035808"/>
            <a:ext cx="331012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3035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Relevancy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33488" y="3054096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0.0 – 1.0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77840" y="3364992"/>
            <a:ext cx="3127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well the answer addresses the original question. A score of 1.0 means the answer directly and completely answers what was asked.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4892040"/>
            <a:ext cx="8503920" cy="402336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9377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Ragas uses OpenAI under the hood to score answers. Make sure OPENAI_API_KEY is set in .env — even when testing Groq/HF models.</a:t>
            </a:r>
            <a:endParaRPr lang="en-US" sz="9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0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Create leaderboard.py — Model Rankings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603504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all results into a ranked comparison table using pandas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47472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file  leaderboard.py  and paste this code: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5029200" cy="2423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490472"/>
            <a:ext cx="480974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create_leaderboard(results):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 = pd.DataFrame(results)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leaderboard = df.groupby("model").agg({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"latency":    "mean",   # average response time in seconds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"faithfulness":"mean",  # average faithfulness score 0-1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"relevancy":  "mean"    # average relevancy score 0-1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leaderboard = leaderboard.sort_values("faithfulness", ascending=False)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leaderboard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0" y="1417320"/>
            <a:ext cx="3310128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1417320"/>
            <a:ext cx="64008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23560" y="14721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📊  pd.DataFrame(results)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23560" y="174650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the list of result dicts into a pandas table. Each row = one agent run on one question.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0" y="2331720"/>
            <a:ext cx="3310128" cy="80467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2331720"/>
            <a:ext cx="64008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23865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 groupby('model').agg()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23560" y="266090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all rows by model name and computes the mean latency, faithfulness, and relevancy for each model.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3246120"/>
            <a:ext cx="3310128" cy="804672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3246120"/>
            <a:ext cx="64008" cy="8046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33009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📉  sort_values('faithfulness')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23560" y="357530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models from highest to lowest faithfulness score. The best model appears at the top of the leaderboard.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7472" y="39502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leaderboard output: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224528"/>
            <a:ext cx="8503920" cy="80467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4297680"/>
            <a:ext cx="8284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LEADERBOARD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             Faithfulness   Relevancy   Latency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------------------------------------------------------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GPT4o                 0.92         0.91        2.1s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Llama3-Groq           0.89         0.87        1.3s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Mixtral-HF            0.84         0.82        4.8s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0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7: Create main.py — Part 1 (Imports &amp; Models)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603504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orchestrator — sets up all three LLMs from OpenAI, Groq and Hugging Face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47472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file  main.py  — paste the imports and model setup first: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8503920" cy="331012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490472"/>
            <a:ext cx="8284464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dotenv import load_dotenv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dataset    import dataset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      import create_agent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evaluator  import evaluate_results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leaderboard import create_leaderboard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langchain_openai   import ChatOpenAI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langchain_groq     import ChatGroq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langchain_community.llms import HuggingFaceHub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load_dotenv()   # loads all keys from .env file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Define the models to compare ─────────────────────────────────────────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 = {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"GPT4o": ChatOpenAI(model="gpt-4o"),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"Llama3-Groq": ChatGroq(model="llama3-70b-8192"),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"Mixtral-HF": HuggingFaceHub(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repo_id="mistralai/Mixtral-8x7B-Instruct-v0.1",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model_kwargs={"temperature": 0.1}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482803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being compared: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5074920"/>
            <a:ext cx="2697480" cy="32004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50932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· OpenAI · ChatOpenAI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72968" y="5074920"/>
            <a:ext cx="2697480" cy="32004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50932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Llama-3-70B · Groq · ChatGroq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25896" y="5074920"/>
            <a:ext cx="2697480" cy="32004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9048" y="50932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Mixtral-8x7B · Hugging Face · HuggingFaceHub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0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7: main.py — Part 2 (Run Loop &amp; Scoring)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603504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adding this code below the models dict — runs agents, scores results, prints leaderboard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8503920" cy="354787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188720"/>
            <a:ext cx="8284464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Run each model against each question ─────────────────────────────────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[]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model_name, llm in models.items():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 = create_agent(llm)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item in dataset: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start = time.time()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answer = agent.run(item["question"])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latency = time.time() - start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results.append({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"model":        model_name,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"question":     item["question"],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"answer":       answer,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"ground_truth": item["ground_truth"],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"context":      "",          # DuckDuckGo doesn't return raw text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"latency":      latency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Score all results with Ragas ──────────────────────────────────────────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evaluate_results(results)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i, r in enumerate(results):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r["faithfulness"] = scores["faithfulness"][i]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r["relevancy"]    = scores["answer_relevancy"][i]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Build and print leaderboard ───────────────────────────────────────────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leaderboard = create_leaderboard(results)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print("\nMODEL LEADERBOARD\n")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print(leaderboard)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472" y="475488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line by line: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5029200"/>
            <a:ext cx="20574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5029200"/>
            <a:ext cx="54864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" y="5047488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model_name, llm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48056" y="5184648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through each of the 3 models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514600" y="5029200"/>
            <a:ext cx="20574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4600" y="5029200"/>
            <a:ext cx="54864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42616" y="5047488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agent.run(item["question"])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642616" y="5184648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searches web and generates answer — latency is measured around this call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709160" y="5029200"/>
            <a:ext cx="20574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5029200"/>
            <a:ext cx="54864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37176" y="5047488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evaluate_results(results)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837176" y="5184648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scores faithfulness and relevancy for every answer against its ground truth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903720" y="5029200"/>
            <a:ext cx="20574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03720" y="5029200"/>
            <a:ext cx="54864" cy="32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31736" y="5047488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create_leaderboard(results)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031736" y="5184648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by model → averages scores → sorts by faithfulness descending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0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8: Run the Evaluation &amp; Read the Results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603504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runs everything — agent creation, web search, Ragas scoring, and leaderboard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47472" y="1115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from your project folder: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408176"/>
            <a:ext cx="850392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481328"/>
            <a:ext cx="8284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" y="1874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see in the terminal: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157984"/>
            <a:ext cx="8503920" cy="162763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2231136"/>
            <a:ext cx="828446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 GPT4o on 3 questions...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 Llama3-Groq on 3 questions...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 Mixtral-HF on 3 questions...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Evaluating with Ragas...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LEADERBOARD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faithfulness  relevancy  latency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GPT4o                   0.92       0.91     2.1s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Llama3-Groq             0.89       0.87     1.3s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Mixtral-HF              0.84       0.82     4.8s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" y="38770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the scores: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4169664"/>
            <a:ext cx="2697480" cy="86868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4169664"/>
            <a:ext cx="269748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16966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 (0.0 – 1.0)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445312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factually grounded the answer is. 0.92 = 92% of claims supported by retrieved context.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3172968" y="4169664"/>
            <a:ext cx="2697480" cy="86868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72968" y="4169664"/>
            <a:ext cx="26974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64408" y="416966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Relevancy  (0.0 – 1.0)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64408" y="445312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the answer addresses the question. 0.91 = the answer is highly on-topic.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025896" y="4169664"/>
            <a:ext cx="2697480" cy="86868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25896" y="4169664"/>
            <a:ext cx="269748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17336" y="416966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 (seconds)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17336" y="445312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to get an answer. Groq is fastest (1.3s). HF models are slowest (4.8s) due to remote inference.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320040" y="5120640"/>
            <a:ext cx="8503920" cy="402336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51663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Groq runs Llama-3 for FREE and is the fastest option. Use it for rapid iteration and testing before paying for GPT-4o.</a:t>
            </a:r>
            <a:endParaRPr lang="en-US" sz="9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0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— Common Errors &amp; Fixes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603504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to the most frequent problems students face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8503920" cy="566928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271016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435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115214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ImportError: No module named 'langchain_groq'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8368" y="138988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Run:  pip install langchain-groq  — note the hyphen. Some packages use underscore in Python but hyphen in pip.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755648"/>
            <a:ext cx="850392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1911096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8836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179222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AuthenticationError: Incorrect API key for OpenAI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368" y="202996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Check .env has no spaces around the = sign. Example:  OPENAI_API_KEY=sk-proj-...  (no quotes, no spaces).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395728"/>
            <a:ext cx="8503920" cy="566928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2551176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5237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243230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RateLimitError on Groq or HuggingFaceHub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8368" y="267004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Free tiers have rate limits. Add  time.sleep(2)  between model calls in main.py or reduce dataset to 1-2 questions.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035808"/>
            <a:ext cx="850392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" y="3191256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1638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30723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Ragas evaluate() raises KeyError: 'contexts'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58368" y="331012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Each item in contexts must be a list of strings, not a plain string. In evaluator.py: data['contexts'].append([r['context']]) with square brackets.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675888"/>
            <a:ext cx="8503920" cy="566928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3831336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8039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" y="371246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DuckDuckGo raises TooManyRequestsError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8368" y="395020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DuckDuckGo throttles frequent requests. Add  time.sleep(1)  after each agent.run() call in main.py.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4315968"/>
            <a:ext cx="850392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" y="4471416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44439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8368" y="435254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HuggingFaceHub returns empty or truncated answers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58368" y="459028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Add  'max_new_tokens': 512  to model_kwargs in main.py. The default token limit is very low on some HF models.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0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— All Files at a Glance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603504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slide to check you have created every file correctly before running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4160520" cy="86868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4160520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155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0" y="113385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Never commit  (3 lines)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1417320"/>
            <a:ext cx="3977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OPENAI_API_KEY, GROQ_API_KEY, HF_TOKEN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320040" y="2066544"/>
            <a:ext cx="4160520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066544"/>
            <a:ext cx="416052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0665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0" y="20848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pip install -r  (11 packages)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368296"/>
            <a:ext cx="3977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langchain, langchain-openai, langchain-groq, ragas, duckduckgo-search…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320040" y="3017520"/>
            <a:ext cx="4160520" cy="86868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017520"/>
            <a:ext cx="41605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017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dataset.py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0" y="30358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Copy as-is  (3 questions)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319272"/>
            <a:ext cx="3977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+ ground_truth pairs for GPT, RAG, and GenAI topics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320040" y="3968496"/>
            <a:ext cx="4160520" cy="86868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968496"/>
            <a:ext cx="41605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9684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agent.py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0" y="39867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Copy as-is  (~20 lines)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4270248"/>
            <a:ext cx="3977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create_agent(llm) → DuckDuckGoSearchRun + initialize_agent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663440" y="1115568"/>
            <a:ext cx="4160520" cy="86868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1115568"/>
            <a:ext cx="416052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1155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evaluator.py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86600" y="113385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Copy as-is  (~25 lines)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0" y="1417320"/>
            <a:ext cx="3977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evaluate_results(results) → Ragas faithfulness + answer_relevancy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4663440" y="2066544"/>
            <a:ext cx="4160520" cy="86868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066544"/>
            <a:ext cx="416052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0665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leaderboard.py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086600" y="20848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Copy as-is  (~12 lines)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54880" y="2368296"/>
            <a:ext cx="3977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create_leaderboard(results) → pandas groupby + sort_values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4663440" y="3017520"/>
            <a:ext cx="4160520" cy="86868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3017520"/>
            <a:ext cx="41605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017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086600" y="30358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Copy as-is  (~50 lines)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54880" y="3319272"/>
            <a:ext cx="3977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models → agent loop → evaluate_results → create_leaderboard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4663440" y="4773168"/>
            <a:ext cx="4160520" cy="868680"/>
          </a:xfrm>
          <a:prstGeom prst="rect">
            <a:avLst/>
          </a:prstGeom>
          <a:solidFill>
            <a:srgbClr val="0D111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480974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order: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00600" y="5047488"/>
            <a:ext cx="3886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6400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🏆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 It!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20574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LLM evaluation leaderboard is running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2651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to extend this project: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45920" y="30175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 more models — try Mistral-7B on Groq or Claude on Anthropic API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1645920" y="332841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 more Ragas metrics — try  context_recall  and  context_precision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1645920" y="363931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 more questions to dataset.py for a stronger benchmark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1645920" y="39502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Export results to CSV with  df.to_csv('results.csv')  in leaderboard.py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70916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LangChain: python.langchain.com  ·  Ragas: docs.ragas.io  ·  Groq: console.groq.com  ·  HF: huggingface.co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Agent Evaluation Framework — Step-by-Step Guide</dc:title>
  <dc:subject>PptxGenJS Presentation</dc:subject>
  <dc:creator>PptxGenJS</dc:creator>
  <cp:lastModifiedBy>PptxGenJS</cp:lastModifiedBy>
  <cp:revision>1</cp:revision>
  <dcterms:created xsi:type="dcterms:W3CDTF">2026-03-17T00:18:47Z</dcterms:created>
  <dcterms:modified xsi:type="dcterms:W3CDTF">2026-03-17T00:18:47Z</dcterms:modified>
</cp:coreProperties>
</file>