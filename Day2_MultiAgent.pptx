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BC8CFF">
              <a:alpha val="9000"/>
            </a:srgbClr>
          </a:solidFill>
          <a:ln w="12700">
            <a:solidFill>
              <a:srgbClr val="BC8C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1371600" cy="347472"/>
          </a:xfrm>
          <a:prstGeom prst="rect">
            <a:avLst/>
          </a:prstGeom>
          <a:solidFill>
            <a:srgbClr val="00D4AA">
              <a:alpha val="20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&amp; Deployment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coordinate, and safeguard intelligent agent teams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480560"/>
            <a:ext cx="8229600" cy="274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626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4626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Planning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4626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Lab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4626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Tools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4626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Guardrails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(MAS)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agent isn't enough — roles, collaboration, and coordination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8892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8892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789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066544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 user goal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it into sub-tasks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to workers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&amp; combines results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ManagerAgent class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78892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05840"/>
            <a:ext cx="278892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0789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83280" y="16642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066544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one specific task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Researcher, Summarizer, Email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result to Manager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swapped easily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ResearchAgent class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78892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278892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0789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55080" y="16642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Agent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2066544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expert in one domain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APIs, Data Analysis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for complex tasks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on niche work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DataAnalystAgent class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4023360" cy="347472"/>
          </a:xfrm>
          <a:prstGeom prst="rect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6268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Collaboration: agents share results — one's output is another's input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4617720"/>
            <a:ext cx="4023360" cy="347472"/>
          </a:xfrm>
          <a:prstGeom prst="rect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46268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Coordination: Manager controls sequencing &amp; decides who does what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Architecture — How Agents Talk to Each Other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777240"/>
            <a:ext cx="219456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80467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Goal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44568" y="1335024"/>
            <a:ext cx="54864" cy="38404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5727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828800"/>
            <a:ext cx="3108960" cy="658368"/>
          </a:xfrm>
          <a:prstGeom prst="rect">
            <a:avLst/>
          </a:prstGeom>
          <a:solidFill>
            <a:srgbClr val="161B22"/>
          </a:solidFill>
          <a:ln w="2540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1901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 Manager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1762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· delegates · collects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45720" cy="402336"/>
          </a:xfrm>
          <a:prstGeom prst="rect">
            <a:avLst/>
          </a:prstGeom>
          <a:solidFill>
            <a:srgbClr val="F0A500">
              <a:alpha val="6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2186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429000"/>
            <a:ext cx="201168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34930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Researcher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↑ result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2944368"/>
            <a:ext cx="45720" cy="402336"/>
          </a:xfrm>
          <a:prstGeom prst="rect">
            <a:avLst/>
          </a:prstGeom>
          <a:solidFill>
            <a:srgbClr val="3FB950">
              <a:alpha val="6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79392" y="32186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0440" y="3429000"/>
            <a:ext cx="201168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20440" y="34930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Summarizer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60520" y="4114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↑ result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35240" y="2944368"/>
            <a:ext cx="45720" cy="402336"/>
          </a:xfrm>
          <a:prstGeom prst="rect">
            <a:avLst/>
          </a:prstGeom>
          <a:solidFill>
            <a:srgbClr val="BC8CFF">
              <a:alpha val="60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25512" y="32186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C8CFF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3429000"/>
            <a:ext cx="2011680" cy="64008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3493008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EmailDrafter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4114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↑ result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53542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BaseAgent:  def think(self, message, context='') → str  # every agent inherits this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Task Decomposition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LLMs to break goals into ordered, executable steps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36576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2062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78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that sets its own sub-goals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gives ONE high-level goal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LLM creates a full task list (JSON)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Executes tasks in priority order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Evaluates result → replans if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Loops until goal is achieved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15968"/>
            <a:ext cx="3749040" cy="256032"/>
          </a:xfrm>
          <a:prstGeom prst="rect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3251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— needs guardrails!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4206240" cy="365760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05840"/>
            <a:ext cx="4206240" cy="54864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789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029200" y="16093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BabyAGI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1956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 that grows based on results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304288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Starts with just ONE task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Completes it, stores result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Asks LLM: any new tasks needed?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Adds new tasks to queue dynamically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Repeats until queue is empty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4315968"/>
            <a:ext cx="3749040" cy="256032"/>
          </a:xfrm>
          <a:prstGeom prst="rect">
            <a:avLst/>
          </a:prstGeom>
          <a:solidFill>
            <a:srgbClr val="BC8CFF">
              <a:alpha val="15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43251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— learns from each result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7731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TaskPlanner:  create_initial_plan() → AutoGPT style  |  generate_new_tasks() → BabyAGI style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Multi-Agent Team in 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"Research latest AI trends and draft an email update for the team"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85953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54864" cy="640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133856"/>
            <a:ext cx="420624" cy="420624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1078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135331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goal → Creates plan → Delegates tasks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773936"/>
            <a:ext cx="85953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773936"/>
            <a:ext cx="54864" cy="640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" y="1883664"/>
            <a:ext cx="420624" cy="420624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210312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DuckDuckGo → Returns raw findings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0" y="18653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context passed forward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523744"/>
            <a:ext cx="85953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523744"/>
            <a:ext cx="54864" cy="64008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2633472"/>
            <a:ext cx="420624" cy="42062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4" name="Text 22"/>
          <p:cNvSpPr/>
          <p:nvPr/>
        </p:nvSpPr>
        <p:spPr>
          <a:xfrm>
            <a:off x="402336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17320" y="2578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285292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findings → Bullet point summary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0" y="26151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context passed forward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273552"/>
            <a:ext cx="85953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273552"/>
            <a:ext cx="54864" cy="64008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" y="3383280"/>
            <a:ext cx="420624" cy="420624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✉️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417320" y="3328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EmailDrafter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417320" y="360273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professional email from summary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858000" y="33649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context passed forward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023360"/>
            <a:ext cx="8595360" cy="640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023360"/>
            <a:ext cx="54864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2336" y="4133088"/>
            <a:ext cx="420624" cy="42062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0" name="Text 38"/>
          <p:cNvSpPr/>
          <p:nvPr/>
        </p:nvSpPr>
        <p:spPr>
          <a:xfrm>
            <a:off x="402336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1417320" y="4078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417320" y="435254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all results → Returns final output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84632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manager.delegate(goal)  # → runs all 4 agents 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Tool Integration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· SQL databases · Chaining multiple tool outputs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88920" cy="38404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8892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789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6093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REST API Tool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2011680"/>
            <a:ext cx="2560320" cy="987552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6654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call_weather_api(city)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geocode city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fetch Open-Meteo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 weather dict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090672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any HTTP endpoint. No API key needed for Open-Meteo. Pattern reusable for any REST API.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18688" y="1005840"/>
            <a:ext cx="2788920" cy="3840480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005840"/>
            <a:ext cx="278892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0789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355848" y="16093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SQL Tool (NL→SQL)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28416" y="2011680"/>
            <a:ext cx="2560320" cy="987552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9856" y="206654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nl_to_sql_agent(conn, question)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LLM writes 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execute on SQLite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LLM explains result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55848" y="3090672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chain: question → SQL → result → plain English. Works on any SQLite database.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63056" y="1005840"/>
            <a:ext cx="2788920" cy="38404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1005840"/>
            <a:ext cx="278892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0789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300216" y="16093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Tool Chaining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72784" y="2011680"/>
            <a:ext cx="2560320" cy="987552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2066544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chained_research_pipeline(topic)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web_search(topic)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summarize(results)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report(summary)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0216" y="3090672"/>
            <a:ext cx="2514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tool's output is the next tool's input. Like Unix pipes — composable and powerful.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846320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Every tool is just a Python function. Any function can become an agent tool.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Autonomy &amp; Guardrails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mechanisms every production agent needs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4206240" cy="1901952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87552"/>
            <a:ext cx="420624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86968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Filter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13898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SafetyFilter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6616" y="1664208"/>
            <a:ext cx="3950208" cy="493776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1719072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safe, reason = safety.is_safe(text)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safe: return "[BLOCKED]"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6616" y="2221992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keyword blocklist (fast)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LLM evaluation (thorough)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987552"/>
            <a:ext cx="4206240" cy="1901952"/>
          </a:xfrm>
          <a:prstGeom prst="rect">
            <a:avLst/>
          </a:prstGeom>
          <a:solidFill>
            <a:srgbClr val="161B22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87552"/>
            <a:ext cx="420624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97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67528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67528" y="13898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RateLimiter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37176" y="1664208"/>
            <a:ext cx="3950208" cy="493776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1719072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rate_limiter.check():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'[RATE LIMITED]'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37176" y="2221992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call timestamps in a window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if max_calls exceeded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3035808"/>
            <a:ext cx="4206240" cy="1901952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3035808"/>
            <a:ext cx="4206240" cy="54864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45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86968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6968" y="34381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HumanInTheLoop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6616" y="3712464"/>
            <a:ext cx="3950208" cy="493776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3767328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hitl.request_approval(action):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'[REJECTED]'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6616" y="4270248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Risky: send_email, delete, post, purchase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and prompts for yes/no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035808"/>
            <a:ext cx="4206240" cy="190195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035808"/>
            <a:ext cx="420624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1455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367528" y="3163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67528" y="34381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AuditLogger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37176" y="3712464"/>
            <a:ext cx="3950208" cy="493776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3767328"/>
            <a:ext cx="3767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audit.log(agent, action, input,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output, status="success")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37176" y="4270248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audit_log.jsonl on disk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· agent · action · status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" y="4828032"/>
            <a:ext cx="8686800" cy="274320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846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→ SafetyFilter → RateLimiter → HumanInTheLoop → LLM Execute → AuditLogger → Response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SafeAgent — Production-Ready with All Guardrails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that wraps every safety mechanism together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251960" cy="2377440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71600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SafeAgent(BaseAgent):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__init__(self, ...):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self.rate_limiter = RateLimiter()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self.safety       = SafetyFilter()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self.hitl         = HumanInTheLoop()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self.audit        = AuditLogger()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safe_think(self, message, action):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1. safety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2. rate limit check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3. human approval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4. execute LLM call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5. audit log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298448"/>
            <a:ext cx="2286000" cy="347472"/>
          </a:xfrm>
          <a:prstGeom prst="rect">
            <a:avLst/>
          </a:prstGeom>
          <a:solidFill>
            <a:srgbClr val="161B22"/>
          </a:solidFill>
          <a:ln w="1524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44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Safety Filter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0" y="13441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BLOCKED if harmful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6459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0" y="1755648"/>
            <a:ext cx="2286000" cy="347472"/>
          </a:xfrm>
          <a:prstGeom prst="rect">
            <a:avLst/>
          </a:prstGeom>
          <a:solidFill>
            <a:srgbClr val="161B22"/>
          </a:solidFill>
          <a:ln w="1524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8013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Rate Limiter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0" y="18013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WAIT if too many calls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21031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2212848"/>
            <a:ext cx="2286000" cy="347472"/>
          </a:xfrm>
          <a:prstGeom prst="rect">
            <a:avLst/>
          </a:prstGeom>
          <a:solidFill>
            <a:srgbClr val="161B22"/>
          </a:solidFill>
          <a:ln w="15240">
            <a:solidFill>
              <a:srgbClr val="58A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258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Human-in-Loop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0" y="22585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REJECTED if denied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25603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2670048"/>
            <a:ext cx="2286000" cy="347472"/>
          </a:xfrm>
          <a:prstGeom prst="rect">
            <a:avLst/>
          </a:prstGeom>
          <a:solidFill>
            <a:srgbClr val="161B22"/>
          </a:solidFill>
          <a:ln w="15240">
            <a:solidFill>
              <a:srgbClr val="00D4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715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LLM Execute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0" y="27157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runs the agent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30175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3127248"/>
            <a:ext cx="2286000" cy="347472"/>
          </a:xfrm>
          <a:prstGeom prst="rect">
            <a:avLst/>
          </a:prstGeom>
          <a:solidFill>
            <a:srgbClr val="161B22"/>
          </a:solidFill>
          <a:ln w="1524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172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Audit Log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15200" y="3172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saved to .jsonl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749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outputs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078224"/>
            <a:ext cx="85039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14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Safe request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749040" y="4114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LLM runs normally, action logged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407408"/>
            <a:ext cx="85039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439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Blocked keyword (hack)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49040" y="444398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[BLOCKED] Blocked keyword: 'hack'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73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Risky action (send_email)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749040" y="47731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Human approval prompted → approved/rejected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Day 2 Classes &amp;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classes at a glance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0292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115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1155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BaseAgent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0" y="1115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class — think() method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399032"/>
            <a:ext cx="50292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356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14356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ManagerAgent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26080" y="1435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+ delegates to workers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719072"/>
            <a:ext cx="50292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755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17556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ResearchAgent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0" y="1755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with DuckDuckGo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039112"/>
            <a:ext cx="50292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0756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2075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SummarizerAgent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26080" y="20756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content to bullets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359152"/>
            <a:ext cx="50292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3957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2395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EmailDraftAgent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26080" y="2395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professional emails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679192"/>
            <a:ext cx="50292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715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2715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DataAnalystAgent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26080" y="27157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data &amp; numbers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999232"/>
            <a:ext cx="50292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035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68680" y="30358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TaskPlanner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26080" y="3035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 + BabyAGI planning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319272"/>
            <a:ext cx="50292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3558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" y="3355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SafetyFilter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26080" y="33558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+ LLM safety checks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639312"/>
            <a:ext cx="50292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6758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8680" y="3675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RateLimiter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926080" y="3675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calls per time window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959352"/>
            <a:ext cx="50292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39959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68680" y="3995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HumanInTheLoop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926080" y="39959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for risky actions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279392"/>
            <a:ext cx="50292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" y="43159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68680" y="43159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AuditLogger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926080" y="4315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action to .jsonl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4599432"/>
            <a:ext cx="5029200" cy="27432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6360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68680" y="46360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SafeAgent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926080" y="4636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guardrails in one class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77840" y="7498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run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577840" y="1078992"/>
            <a:ext cx="3337560" cy="1060704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87568" y="1152144"/>
            <a:ext cx="31089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groq ddgs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python-dotenv requests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file: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GROQ_API_KEY=gsk_xxx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day2_multi_agent.py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77840" y="2249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577840" y="2578608"/>
            <a:ext cx="3337560" cy="987552"/>
          </a:xfrm>
          <a:prstGeom prst="rect">
            <a:avLst/>
          </a:prstGeom>
          <a:solidFill>
            <a:srgbClr val="0A0F1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2651760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day2_multi_agent.py  ← main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                ← API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audit_log.jsonl      ← auto-created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(guardrail log file)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57784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map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577840" y="40050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 Multi-Agent Systems → MAS roles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577840" y="42245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  Planning → AutoGPT + BabyAGI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577840" y="44439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§10 Lab → 4-agent pipeline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577840" y="466344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§11 Tools → API + SQL + Chains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577840" y="48828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§12 Guardrails → SafeAgent class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BC8CFF">
              <a:alpha val="9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188720"/>
            <a:ext cx="7315200" cy="621792"/>
          </a:xfrm>
          <a:prstGeom prst="rect">
            <a:avLst/>
          </a:prstGeom>
          <a:solidFill>
            <a:srgbClr val="161B22">
              <a:alpha val="85000"/>
            </a:srgbClr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188720"/>
            <a:ext cx="54864" cy="6217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243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27632" y="1307592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split work — Manager coordinates, Workers execute, Specialists go deep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1947672"/>
            <a:ext cx="7315200" cy="621792"/>
          </a:xfrm>
          <a:prstGeom prst="rect">
            <a:avLst/>
          </a:prstGeom>
          <a:solidFill>
            <a:srgbClr val="161B22">
              <a:alpha val="85000"/>
            </a:srgbClr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947672"/>
            <a:ext cx="54864" cy="6217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002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27632" y="206654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plan autonomously — AutoGPT creates a plan, BabyAGI adapts the plan as it runs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2706624"/>
            <a:ext cx="7315200" cy="621792"/>
          </a:xfrm>
          <a:prstGeom prst="rect">
            <a:avLst/>
          </a:prstGeom>
          <a:solidFill>
            <a:srgbClr val="161B22">
              <a:alpha val="85000"/>
            </a:srgbClr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2706624"/>
            <a:ext cx="54864" cy="62179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2761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27632" y="282549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chaining = power — web search → SQL → API, each output feeds the next input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3465576"/>
            <a:ext cx="7315200" cy="621792"/>
          </a:xfrm>
          <a:prstGeom prst="rect">
            <a:avLst/>
          </a:prstGeom>
          <a:solidFill>
            <a:srgbClr val="161B22">
              <a:alpha val="85000"/>
            </a:srgbClr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465576"/>
            <a:ext cx="54864" cy="6217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27632" y="358444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agents need 4 guardrails: SafetyFilter + RateLimiter + HITL + AuditLogger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4224528"/>
            <a:ext cx="7315200" cy="621792"/>
          </a:xfrm>
          <a:prstGeom prst="rect">
            <a:avLst/>
          </a:prstGeom>
          <a:solidFill>
            <a:srgbClr val="161B22">
              <a:alpha val="85000"/>
            </a:srgbClr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224528"/>
            <a:ext cx="54864" cy="6217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4279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27632" y="43434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SafeAgent wraps all guardrails in one class — drop it in and your agent is production-ready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103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day2_multi_agent.py  ·  Groq + Llama 3.3 70B  ·  console.groq.com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2: Multi-Agent Collaboration &amp; Deployment</dc:title>
  <dc:subject>PptxGenJS Presentation</dc:subject>
  <dc:creator>PptxGenJS</dc:creator>
  <cp:lastModifiedBy>PptxGenJS</cp:lastModifiedBy>
  <cp:revision>1</cp:revision>
  <dcterms:created xsi:type="dcterms:W3CDTF">2026-03-14T10:35:51Z</dcterms:created>
  <dcterms:modified xsi:type="dcterms:W3CDTF">2026-03-14T10:35:51Z</dcterms:modified>
</cp:coreProperties>
</file>