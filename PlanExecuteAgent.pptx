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926080"/>
            <a:ext cx="2743200" cy="2743200"/>
          </a:xfrm>
          <a:prstGeom prst="ellipse">
            <a:avLst/>
          </a:prstGeom>
          <a:solidFill>
            <a:srgbClr val="F4A261">
              <a:alpha val="10000"/>
            </a:srgbClr>
          </a:solidFill>
          <a:ln w="12700">
            <a:solidFill>
              <a:srgbClr val="F4A261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2651760" cy="310896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GROQ + LLAMA 3.3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Plan-and-Execute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plans, searches, calculates &amp; writes a market research report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4434840"/>
            <a:ext cx="8229600" cy="27432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572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Groq LLM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60320" y="4572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Web Search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63440" y="4572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Calculator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766560" y="4572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Auto Report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Plan-and-Execute?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smarter agent architecture — plan first, then act step by step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840480" cy="3611880"/>
          </a:xfrm>
          <a:prstGeom prst="rect">
            <a:avLst/>
          </a:prstGeom>
          <a:solidFill>
            <a:srgbClr val="122333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3840480" cy="365760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Old ReAct Agent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Thinks one step at a time only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upfront planning or strategy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50545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Loses track on long multi-step tasks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98094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Prone to looping or going off-track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45643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visibility into the overall plan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83480" y="1051560"/>
            <a:ext cx="3840480" cy="3611880"/>
          </a:xfrm>
          <a:prstGeom prst="rect">
            <a:avLst/>
          </a:prstGeom>
          <a:solidFill>
            <a:srgbClr val="122333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83480" y="1051560"/>
            <a:ext cx="3840480" cy="36576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10789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Plan-and-Execute Agent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15544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Creates a full plan before acting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202996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Breaks goal into clear numbered steps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250545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Each step uses the best tool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298094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Context passed forward between steps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345643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Final LLM synthesizes a full report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06240" y="2560320"/>
            <a:ext cx="731520" cy="731520"/>
          </a:xfrm>
          <a:prstGeom prst="ellipse">
            <a:avLst/>
          </a:prstGeom>
          <a:solidFill>
            <a:srgbClr val="F4A261">
              <a:alpha val="8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pipeline: Plan → Execute → Report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0" y="1051560"/>
            <a:ext cx="2743200" cy="658368"/>
          </a:xfrm>
          <a:prstGeom prst="rect">
            <a:avLst/>
          </a:prstGeom>
          <a:solidFill>
            <a:srgbClr val="122333"/>
          </a:solidFill>
          <a:ln w="12700">
            <a:solidFill>
              <a:srgbClr val="7FA8B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1430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User Goal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344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market research report"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43484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A8BB"/>
                </a:solidFill>
              </a:rPr>
              <a:t>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2743200" cy="2606040"/>
          </a:xfrm>
          <a:prstGeom prst="rect">
            <a:avLst/>
          </a:prstGeom>
          <a:solidFill>
            <a:srgbClr val="122333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0312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12848"/>
            <a:ext cx="457200" cy="457200"/>
          </a:xfrm>
          <a:prstGeom prst="ellipse">
            <a:avLst/>
          </a:prstGeom>
          <a:solidFill>
            <a:srgbClr val="00B4D8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2128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45920" y="226771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78892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breaks the goal into 4-6 numbered steps as a JSON array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10896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A8BB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46120" y="2103120"/>
            <a:ext cx="2743200" cy="2606040"/>
          </a:xfrm>
          <a:prstGeom prst="rect">
            <a:avLst/>
          </a:prstGeom>
          <a:solidFill>
            <a:srgbClr val="122333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2103120"/>
            <a:ext cx="27432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55848" y="2212848"/>
            <a:ext cx="457200" cy="457200"/>
          </a:xfrm>
          <a:prstGeom prst="ellipse">
            <a:avLst/>
          </a:prstGeom>
          <a:solidFill>
            <a:srgbClr val="F4A261">
              <a:alpha val="9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355848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86200" y="22128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0" y="226771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278892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each step with the right tool. Passes results as context to the next step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3504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A8BB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172200" y="2103120"/>
            <a:ext cx="2743200" cy="2606040"/>
          </a:xfrm>
          <a:prstGeom prst="rect">
            <a:avLst/>
          </a:prstGeom>
          <a:solidFill>
            <a:srgbClr val="122333"/>
          </a:solidFill>
          <a:ln w="19050">
            <a:solidFill>
              <a:srgbClr val="2DC65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103120"/>
            <a:ext cx="2743200" cy="54864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81928" y="2212848"/>
            <a:ext cx="457200" cy="457200"/>
          </a:xfrm>
          <a:prstGeom prst="ellipse">
            <a:avLst/>
          </a:prstGeom>
          <a:solidFill>
            <a:srgbClr val="2DC653">
              <a:alpha val="9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281928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12280" y="22128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498080" y="226771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09360" y="278892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Groq LLM call combines all findings into a structured report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560320" y="4754880"/>
            <a:ext cx="4023360" cy="201168"/>
          </a:xfrm>
          <a:prstGeom prst="rect">
            <a:avLst/>
          </a:prstGeom>
          <a:solidFill>
            <a:srgbClr val="2DC653">
              <a:alpha val="15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0" y="4754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Final Report saved to  market_research_report.txt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 — Market Research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"Write a market research report on AI coding assistants"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822960"/>
          </a:xfrm>
          <a:prstGeom prst="rect">
            <a:avLst/>
          </a:prstGeom>
          <a:solidFill>
            <a:srgbClr val="122333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527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1247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Competitors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1463040"/>
            <a:ext cx="1463040" cy="22860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45389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web_search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06040" y="1106424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"top AI coding assistant tools Copilot Cursor Tabnine 2025"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6040" y="1453896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Finds GitHub Copilot, Cursor, Tabnine, Codeium, Amazon Q — features, pricing, market position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020824"/>
            <a:ext cx="8503920" cy="822960"/>
          </a:xfrm>
          <a:prstGeom prst="rect">
            <a:avLst/>
          </a:prstGeom>
          <a:solidFill>
            <a:srgbClr val="122333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020824"/>
            <a:ext cx="54864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2219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20939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Market Data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2432304"/>
            <a:ext cx="1463040" cy="228600"/>
          </a:xfrm>
          <a:prstGeom prst="rect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42316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web_search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606040" y="2075688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"AI coding assistant market size growth rate 2024 2025"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06040" y="2423160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Market valued at $4.8B in 2024, projected 25% CAGR — 12M+ developers using AI tools daily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990088"/>
            <a:ext cx="8503920" cy="822960"/>
          </a:xfrm>
          <a:prstGeom prst="rect">
            <a:avLst/>
          </a:prstGeom>
          <a:solidFill>
            <a:srgbClr val="122333"/>
          </a:solidFill>
          <a:ln w="12700">
            <a:solidFill>
              <a:srgbClr val="9D8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990088"/>
            <a:ext cx="54864" cy="822960"/>
          </a:xfrm>
          <a:prstGeom prst="rect">
            <a:avLst/>
          </a:prstGeom>
          <a:solidFill>
            <a:srgbClr val="9D8FFF"/>
          </a:solidFill>
          <a:ln w="12700">
            <a:solidFill>
              <a:srgbClr val="9D8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19125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D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3063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Trends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05840" y="3401568"/>
            <a:ext cx="1463040" cy="228600"/>
          </a:xfrm>
          <a:prstGeom prst="rect">
            <a:avLst/>
          </a:prstGeom>
          <a:solidFill>
            <a:srgbClr val="9D8FFF">
              <a:alpha val="20000"/>
            </a:srgbClr>
          </a:solidFill>
          <a:ln w="12700">
            <a:solidFill>
              <a:srgbClr val="9D8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339242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D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summarize_text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06040" y="304495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Context from steps 1 &amp; 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06040" y="3392424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Rising adoption of AI pair-programming, shift to local models, enterprise compliance focus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959352"/>
            <a:ext cx="8503920" cy="822960"/>
          </a:xfrm>
          <a:prstGeom prst="rect">
            <a:avLst/>
          </a:prstGeom>
          <a:solidFill>
            <a:srgbClr val="122333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959352"/>
            <a:ext cx="54864" cy="82296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4160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5840" y="40325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Report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005840" y="4370832"/>
            <a:ext cx="1463040" cy="228600"/>
          </a:xfrm>
          <a:prstGeom prst="rect">
            <a:avLst/>
          </a:prstGeom>
          <a:solidFill>
            <a:srgbClr val="2DC653">
              <a:alpha val="20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436168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summarize_text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606040" y="4014216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All findings from steps 1–3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06040" y="4361688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Full structured report: Executive Summary → Market Overview → Competitors → Trends → Risks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9D8FFF"/>
          </a:solidFill>
          <a:ln w="12700">
            <a:solidFill>
              <a:srgbClr val="9D8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plan_execute_agent.py  —  6 clean sections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3931920" cy="548640"/>
          </a:xfrm>
          <a:prstGeom prst="rect">
            <a:avLst/>
          </a:prstGeom>
          <a:solidFill>
            <a:srgbClr val="122333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338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Tools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web_search · calculate · summarize_text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3931920" cy="548640"/>
          </a:xfrm>
          <a:prstGeom prst="rect">
            <a:avLst/>
          </a:prstGeom>
          <a:solidFill>
            <a:srgbClr val="122333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37360"/>
            <a:ext cx="54864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922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Planner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0299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→ JSON step array via system prompt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395728"/>
            <a:ext cx="3931920" cy="548640"/>
          </a:xfrm>
          <a:prstGeom prst="rect">
            <a:avLst/>
          </a:prstGeom>
          <a:solidFill>
            <a:srgbClr val="122333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95728"/>
            <a:ext cx="54864" cy="5486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505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Executor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6883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each step, builds rolling context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054096"/>
            <a:ext cx="3931920" cy="548640"/>
          </a:xfrm>
          <a:prstGeom prst="rect">
            <a:avLst/>
          </a:prstGeom>
          <a:solidFill>
            <a:srgbClr val="122333"/>
          </a:solidFill>
          <a:ln w="12700">
            <a:solidFill>
              <a:srgbClr val="9D8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54096"/>
            <a:ext cx="54864" cy="548640"/>
          </a:xfrm>
          <a:prstGeom prst="rect">
            <a:avLst/>
          </a:prstGeom>
          <a:solidFill>
            <a:srgbClr val="9D8FFF"/>
          </a:solidFill>
          <a:ln w="12700">
            <a:solidFill>
              <a:srgbClr val="9D8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089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Reporter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3467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all findings into full report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712464"/>
            <a:ext cx="3931920" cy="548640"/>
          </a:xfrm>
          <a:prstGeom prst="rect">
            <a:avLst/>
          </a:prstGeom>
          <a:solidFill>
            <a:srgbClr val="122333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712464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673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Agent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0050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Plan → Execute → Report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370832"/>
            <a:ext cx="3931920" cy="548640"/>
          </a:xfrm>
          <a:prstGeom prst="rect">
            <a:avLst/>
          </a:prstGeom>
          <a:solidFill>
            <a:srgbClr val="122333"/>
          </a:solidFill>
          <a:ln w="12700">
            <a:solidFill>
              <a:srgbClr val="7FA8B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370832"/>
            <a:ext cx="54864" cy="548640"/>
          </a:xfrm>
          <a:prstGeom prst="rect">
            <a:avLst/>
          </a:prstGeom>
          <a:solidFill>
            <a:srgbClr val="7FA8BB"/>
          </a:solidFill>
          <a:ln w="12700">
            <a:solidFill>
              <a:srgbClr val="7FA8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4256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Main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— runs demo &amp; saves .txt file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63440" y="107899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agent loop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63440" y="1371600"/>
            <a:ext cx="4160520" cy="3520440"/>
          </a:xfrm>
          <a:prstGeom prst="rect">
            <a:avLst/>
          </a:prstGeom>
          <a:solidFill>
            <a:srgbClr val="070F18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1463040"/>
            <a:ext cx="395020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run_agent(user_goal):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STEP 1 — PLANNER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steps = plan(user_goal)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→ Returns JSON array of steps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STEP 2 — EXECUTOR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step_results = execute_all_steps(steps)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→ Runs each step with right tool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→ Passes context forward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STEP 3 — REPORTER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report = generate_report(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goal, step_results, steps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→ Full structured report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report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Run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 3 simple steps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834640" cy="2743200"/>
          </a:xfrm>
          <a:prstGeom prst="rect">
            <a:avLst/>
          </a:prstGeom>
          <a:solidFill>
            <a:srgbClr val="122333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4300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2161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783080"/>
            <a:ext cx="2560320" cy="1810512"/>
          </a:xfrm>
          <a:prstGeom prst="rect">
            <a:avLst/>
          </a:prstGeom>
          <a:solidFill>
            <a:srgbClr val="070F18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65376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groq ddgs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python-dotenv requests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051560"/>
            <a:ext cx="2834640" cy="2743200"/>
          </a:xfrm>
          <a:prstGeom prst="rect">
            <a:avLst/>
          </a:prstGeom>
          <a:solidFill>
            <a:srgbClr val="122333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14300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95928" y="12161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83280" y="1783080"/>
            <a:ext cx="2560320" cy="1810512"/>
          </a:xfrm>
          <a:prstGeom prst="rect">
            <a:avLst/>
          </a:prstGeom>
          <a:solidFill>
            <a:srgbClr val="070F18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865376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 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GROQ_API_KEY=gsk_xxx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Free at console.groq.com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051560"/>
            <a:ext cx="2834640" cy="2743200"/>
          </a:xfrm>
          <a:prstGeom prst="rect">
            <a:avLst/>
          </a:prstGeom>
          <a:solidFill>
            <a:srgbClr val="122333"/>
          </a:solidFill>
          <a:ln w="19050">
            <a:solidFill>
              <a:srgbClr val="2DC65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1143000"/>
            <a:ext cx="502920" cy="502920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67728" y="12161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55080" y="1783080"/>
            <a:ext cx="2560320" cy="1810512"/>
          </a:xfrm>
          <a:prstGeom prst="rect">
            <a:avLst/>
          </a:prstGeom>
          <a:solidFill>
            <a:srgbClr val="070F18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1865376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plan_execute_agent.py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Report saved to: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market_research_report.txt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931920"/>
            <a:ext cx="8503920" cy="1005840"/>
          </a:xfrm>
          <a:prstGeom prst="rect">
            <a:avLst/>
          </a:prstGeom>
          <a:solidFill>
            <a:srgbClr val="122333"/>
          </a:solidFill>
          <a:ln w="15240">
            <a:solidFill>
              <a:srgbClr val="2DC65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931920"/>
            <a:ext cx="8503920" cy="274320"/>
          </a:xfrm>
          <a:prstGeom prst="rect">
            <a:avLst/>
          </a:prstGeom>
          <a:solidFill>
            <a:srgbClr val="070F18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502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 market_research_report.txt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Executive Summary  |  2. Market Overview  |  3. Competitive Landscape  |  4. Key Trends  |  5. Opportunities &amp; Risks  |  6. Recommendations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00B4D8">
              <a:alpha val="7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F4A261">
              <a:alpha val="9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6400800" cy="603504"/>
          </a:xfrm>
          <a:prstGeom prst="rect">
            <a:avLst/>
          </a:prstGeom>
          <a:solidFill>
            <a:srgbClr val="122333">
              <a:alpha val="85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188720"/>
            <a:ext cx="54864" cy="6035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03120" y="129844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creates a JSON step array — giving full visibility into the agent's strategy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371600" y="1938528"/>
            <a:ext cx="6400800" cy="603504"/>
          </a:xfrm>
          <a:prstGeom prst="rect">
            <a:avLst/>
          </a:prstGeom>
          <a:solidFill>
            <a:srgbClr val="122333">
              <a:alpha val="85000"/>
            </a:srgbClr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0" y="1938528"/>
            <a:ext cx="54864" cy="60350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03120" y="2048256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passes context forward between steps — each result builds on the last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371600" y="2688336"/>
            <a:ext cx="6400800" cy="603504"/>
          </a:xfrm>
          <a:prstGeom prst="rect">
            <a:avLst/>
          </a:prstGeom>
          <a:solidFill>
            <a:srgbClr val="122333">
              <a:alpha val="85000"/>
            </a:srgbClr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371600" y="2688336"/>
            <a:ext cx="54864" cy="603504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2734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03120" y="2798064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tools: web_search, calculate, summarize_text — sufficient for research reports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371600" y="3438144"/>
            <a:ext cx="6400800" cy="603504"/>
          </a:xfrm>
          <a:prstGeom prst="rect">
            <a:avLst/>
          </a:prstGeom>
          <a:solidFill>
            <a:srgbClr val="122333">
              <a:alpha val="85000"/>
            </a:srgbClr>
          </a:solidFill>
          <a:ln w="12700">
            <a:solidFill>
              <a:srgbClr val="9D8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371600" y="3438144"/>
            <a:ext cx="54864" cy="603504"/>
          </a:xfrm>
          <a:prstGeom prst="rect">
            <a:avLst/>
          </a:prstGeom>
          <a:solidFill>
            <a:srgbClr val="9D8FFF"/>
          </a:solidFill>
          <a:ln w="12700">
            <a:solidFill>
              <a:srgbClr val="9D8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103120" y="3547872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&amp; open source — Groq API + Llama 3.3 70B + DuckDuckGo, no paid APIs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371600" y="4187952"/>
            <a:ext cx="6400800" cy="603504"/>
          </a:xfrm>
          <a:prstGeom prst="rect">
            <a:avLst/>
          </a:prstGeom>
          <a:solidFill>
            <a:srgbClr val="122333">
              <a:alpha val="85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371600" y="4187952"/>
            <a:ext cx="54864" cy="6035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4233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103120" y="429768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 professional 6-section report automatically saved to a .txt file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22333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9103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console.groq.com  ·  Llama 3.3 70B  ·  plan_execute_agent.py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Plan-and-Execute Agent</dc:title>
  <dc:subject>PptxGenJS Presentation</dc:subject>
  <dc:creator>PptxGenJS</dc:creator>
  <cp:lastModifiedBy>PptxGenJS</cp:lastModifiedBy>
  <cp:revision>1</cp:revision>
  <dcterms:created xsi:type="dcterms:W3CDTF">2026-03-14T06:21:26Z</dcterms:created>
  <dcterms:modified xsi:type="dcterms:W3CDTF">2026-03-14T06:21:26Z</dcterms:modified>
</cp:coreProperties>
</file>