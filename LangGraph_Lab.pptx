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3657600" cy="3657600"/>
          </a:xfrm>
          <a:prstGeom prst="ellipse">
            <a:avLst/>
          </a:prstGeom>
          <a:solidFill>
            <a:srgbClr val="14B8A6">
              <a:alpha val="7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04672"/>
            <a:ext cx="2560320" cy="329184"/>
          </a:xfrm>
          <a:prstGeom prst="rect">
            <a:avLst/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95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·  MULTI-AGENT 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Lab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79806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→ Summarize Agent → Email Agent — chained with LangGraph StateGraph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46227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17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Research Agent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21408" y="4617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Summarize Agent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85616" y="4617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 Email Agent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49824" y="4617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Wikipedia API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14032" y="4617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Output Chaining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82880"/>
            <a:ext cx="8266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3-agent pipeline that researches, summarises, and drafts a professional email — fully automated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192024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828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'Artificial Intelligence'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03120" y="17373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240280" y="1005840"/>
            <a:ext cx="1828800" cy="1920240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005840"/>
            <a:ext cx="18288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0972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331720" y="16824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01168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Wikipedia API → fetches info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69080" y="17373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206240" y="1005840"/>
            <a:ext cx="1828800" cy="1920240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0" y="1005840"/>
            <a:ext cx="18288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0972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297680" y="16824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201168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5 bullet point summary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17373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172200" y="1005840"/>
            <a:ext cx="1828800" cy="192024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005840"/>
            <a:ext cx="1828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0972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✉️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63640" y="16824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201168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writes professional email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01000" y="17373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138160" y="1005840"/>
            <a:ext cx="1828800" cy="1920240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1005840"/>
            <a:ext cx="18288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0972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229600" y="16824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201168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ready to send!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090672"/>
            <a:ext cx="8595360" cy="329184"/>
          </a:xfrm>
          <a:prstGeom prst="rect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3108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This lab teaches: Multi-Agent Architecture  ·  Tool Integration (API Call)  ·  Output Chaining  ·  LangGraph State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547872"/>
            <a:ext cx="2798064" cy="1426464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547872"/>
            <a:ext cx="2798064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621024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32688" y="363931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02336" y="4005072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ONE job. Clean separation makes code easy to debug, extend, and reuse.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18688" y="3547872"/>
            <a:ext cx="2798064" cy="1426464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18688" y="3547872"/>
            <a:ext cx="27980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3621024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3877056" y="363931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346704" y="4005072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external APIs (Wikipedia). Any HTTP endpoint can become an agent tool.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63056" y="3547872"/>
            <a:ext cx="2798064" cy="1426464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63056" y="3547872"/>
            <a:ext cx="27980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621024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⛓️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821424" y="363931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Chaining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91072" y="4005072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output → summary → email. Each agent's output becomes the next agent's input.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82880"/>
            <a:ext cx="8266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Install &amp; Configure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project running in 3 quick steps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38912" cy="43891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87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754880" cy="493776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57276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langgraph langchain langchain-openai python-dotenv requests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2139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.env file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4754880" cy="347472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706624"/>
            <a:ext cx="4498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OPENAI_API_KEY=your_openai_api_key_here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438912" cy="43891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602736"/>
            <a:ext cx="4754880" cy="493776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694176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multi_agent_langgraph_lab.py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42062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enter a topic when prompted: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462272"/>
            <a:ext cx="4754880" cy="347472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4553712"/>
            <a:ext cx="4498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research topic: Artificial Intelligence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30368" y="987552"/>
            <a:ext cx="3657600" cy="2066544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30368" y="987552"/>
            <a:ext cx="36576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10972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 file structure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58384" y="1426464"/>
            <a:ext cx="3401568" cy="1481328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517904"/>
            <a:ext cx="31455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your-project/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multi_agent_langgraph_lab.py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requirements.txt: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langchain-openai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python-dotenv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30368" y="3163824"/>
            <a:ext cx="3657600" cy="182880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30368" y="3163824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327355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OpenAI API Key Note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76672" y="3602736"/>
            <a:ext cx="336499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an OpenAI account at </a:t>
            </a:r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API key → paste in .env 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is used (very low cost)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82880"/>
            <a:ext cx="8266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AgentState — The Shared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TypedDict that all 3 agents read from and write to — the backbone of every LangGraph workflow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969264"/>
            <a:ext cx="8595360" cy="329184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9875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AgentState like a shared notebook — each agent opens it, reads the previous page, writes its result, and passes it 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081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AgentState TypedDict: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00784"/>
            <a:ext cx="4206240" cy="841248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792224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AgentState(TypedDict):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input:    str  # user's topic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research: str  # from research_agent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summary:  str  # from summarize_agent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   str  # from email_agent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651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 through the graph: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44368"/>
            <a:ext cx="4206240" cy="1664208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3035808"/>
            <a:ext cx="39502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Initial state (you provide):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{'input': 'Artificial Intelligence'}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research_agent: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{'input': '...', 'research': '...'}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summarize_agent: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{'input': '...', 'research': '...',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'summary': '...'}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email_agent (final):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{'input': '...', 'research': '...',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'summary': '...', 'email': '...'}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0" y="1408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evolves at each node: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700784"/>
            <a:ext cx="4114800" cy="658368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00784"/>
            <a:ext cx="4572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START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2048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'Artificial Intelligence'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93992" y="2359152"/>
            <a:ext cx="36576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25420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87168"/>
            <a:ext cx="4114800" cy="658368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87168"/>
            <a:ext cx="4572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542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research_agent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research: 'AI is a branch of...'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93992" y="3145536"/>
            <a:ext cx="36576" cy="2194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33284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273552"/>
            <a:ext cx="4114800" cy="658368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273552"/>
            <a:ext cx="4572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summarize_agent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3621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summary: '• AI simulates human...'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93992" y="3931920"/>
            <a:ext cx="36576" cy="2194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2552" y="411480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59936"/>
            <a:ext cx="4114800" cy="658368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059936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email_agent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64608" y="4407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email: 'Subject: Overview of AI...'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82880"/>
            <a:ext cx="8266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Wikipedia API Tool — research_tool()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 call inside an agent — this is how agents get live data from the internet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969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 (from the code):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572000" cy="2212848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353312"/>
            <a:ext cx="431596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research_tool(query: str) -&gt; str: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'''Search information from Wikipedia API'''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 = f'https://en.wikipedia.org/api/rest_v1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/page/summary/{query}'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= requests.get(url)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 = response.json()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data.get('extract',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'No information found')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f'API Error: {e}'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research_agent uses it: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877056"/>
            <a:ext cx="4572000" cy="694944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968496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research_agent(state: AgentState):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 = state['input']  # reads from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research_tool.invoke(query)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{'research': result}  # writes to state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47488" y="969264"/>
            <a:ext cx="3822192" cy="2359152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47488" y="969264"/>
            <a:ext cx="3822192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10789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How the Wikipedia API works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93792" y="1408176"/>
            <a:ext cx="352958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Agent calls research_tool.invoke('Artificial Intelligence')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Tool builds URL: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.../page/summary/Artificial_Intelligence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Wikipedia returns JSON: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{ "extract": "AI is a branch of..."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Tool returns the extract string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Research agent stores it in state['research']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47488" y="3438144"/>
            <a:ext cx="3822192" cy="1426464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47488" y="3438144"/>
            <a:ext cx="382219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352958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use @tool decorator?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93792" y="384048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@tool decorator is LangChain's way of registering any Python function as a callable tool. Without it, the agent can't invoke the function. You can swap Wikipedia for any API: weather, stocks, Google, SQL — just change the function body.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82880"/>
            <a:ext cx="8266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Agents — Each Does One Job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agent: reads from state → does work → writes result back to state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261872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188720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research_agent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1408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state['input']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2688" y="1591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state['research']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08960" y="111556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research_tool.invoke(query)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needed — just an API call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13248" y="1078992"/>
            <a:ext cx="3383280" cy="1097280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1170432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research_agent(state):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 = state['input']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research_tool.invoke(query)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{'research': result}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395728"/>
            <a:ext cx="8595360" cy="1261872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95728"/>
            <a:ext cx="54864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" y="2578608"/>
            <a:ext cx="420624" cy="42062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2505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summarize_agent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27980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state['research']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2688" y="29809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state['summary']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08960" y="25054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prompt with research 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GPT-4o-mini to summarise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13248" y="2468880"/>
            <a:ext cx="3383280" cy="1097280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41264" y="256032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summarize_agent(state):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f'Summarize in 5 bullets:\n{state["research"]}'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llm.invoke(prompt)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{'summary': response.content}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785616"/>
            <a:ext cx="8595360" cy="1261872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85616"/>
            <a:ext cx="54864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" y="3968496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email_agent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2688" y="4187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state['summary']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32688" y="4370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state['email']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08960" y="38953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prompt with 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GPT-4o-mini to write email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13248" y="3858768"/>
            <a:ext cx="3383280" cy="1097280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41264" y="395020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email_agent(state):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f'Write a professional email:\n{state["summary"]}'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llm.invoke(prompt)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{'email': response.content}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82880"/>
            <a:ext cx="8266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LangGraph — 6 Lines of Wiring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agents are defined, LangGraph wires them together in a state machine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9692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graph construction: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663440" cy="2816352"/>
          </a:xfrm>
          <a:prstGeom prst="rect">
            <a:avLst/>
          </a:prstGeom>
          <a:solidFill>
            <a:srgbClr val="060D1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353312"/>
            <a:ext cx="44074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Create the graph with state schema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StateGraph(AgentState)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Register all agent nodes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builder.add_node('research_agent',  research_agent)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builder.add_node('summarize_agent', summarize_agent)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builder.add_node('email_agent',     email_agent)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Set the first node to 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builder.set_entry_point('research_agent')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Connect nodes in sequence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builder.add_edge('research_agent',  'summarize_agent')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builder.add_edge('summarize_agent', 'email_agent')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Connect last node to 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builder.add_edge('email_agent', END)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Compile into a runnable graph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138928" y="969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line does: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38928" y="1261872"/>
            <a:ext cx="3749040" cy="493776"/>
          </a:xfrm>
          <a:prstGeom prst="rect">
            <a:avLst/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38928" y="1261872"/>
            <a:ext cx="45720" cy="4937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307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StateGraph(AgentState)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30368" y="15179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graph — tell it which TypedDict to use as shared state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38928" y="1828800"/>
            <a:ext cx="3749040" cy="493776"/>
          </a:xfrm>
          <a:prstGeom prst="rect">
            <a:avLst/>
          </a:prstGeom>
          <a:solidFill>
            <a:srgbClr val="1A22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38928" y="1828800"/>
            <a:ext cx="45720" cy="4937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add_node('name', function)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30368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each agent function as a named node in the graph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38928" y="2395728"/>
            <a:ext cx="3749040" cy="493776"/>
          </a:xfrm>
          <a:prstGeom prst="rect">
            <a:avLst/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38928" y="2395728"/>
            <a:ext cx="45720" cy="4937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2441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set_entry_point('research...')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30368" y="2651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node to execute — execution always starts here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38928" y="2962656"/>
            <a:ext cx="3749040" cy="493776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38928" y="2962656"/>
            <a:ext cx="45720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0083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add_edge('A', 'B')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30368" y="3218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connection — after A runs, always go to B. No conditions.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38928" y="3529584"/>
            <a:ext cx="3749040" cy="493776"/>
          </a:xfrm>
          <a:prstGeom prst="rect">
            <a:avLst/>
          </a:prstGeom>
          <a:solidFill>
            <a:srgbClr val="1A2235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38928" y="3529584"/>
            <a:ext cx="45720" cy="4937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3575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add_edge('email_agent', END)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30368" y="3785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LangGraph where the workflow ends — without this it loops forever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38928" y="4096512"/>
            <a:ext cx="3749040" cy="493776"/>
          </a:xfrm>
          <a:prstGeom prst="rect">
            <a:avLst/>
          </a:prstGeom>
          <a:solidFill>
            <a:srgbClr val="1A2235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38928" y="4096512"/>
            <a:ext cx="45720" cy="4937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4142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builder.compile()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30368" y="4352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graph, check for missing edges, return a runnable object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82880"/>
            <a:ext cx="8266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Graph — Sample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graph.invoke({"input": query}) — one call runs all 3 agents in sequence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329184"/>
          </a:xfrm>
          <a:prstGeom prst="rect">
            <a:avLst/>
          </a:prstGeom>
          <a:solidFill>
            <a:srgbClr val="040A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Terminal — python multi_agent_langgraph_lab.py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2336" y="1207008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research topic: Artificial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2336" y="1356055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1505102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🔎 Research Agent Running...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2336" y="1654150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Fetching: en.wikipedia.org/.../Artificial_intelligence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2336" y="1803197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Retrieved: 'Artificial intelligence (AI) is the simulation...'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2336" y="1952244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2336" y="2101291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🧠 Summarization Agent Running...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" y="2250338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Sending research to GPT-4o-mini for summarization...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2336" y="2399386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2336" y="2548433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✉️  Email Agent Running...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2336" y="2697480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Sending summary to GPT-4o-mini for email drafting...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2336" y="2846527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2336" y="2995574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2336" y="3144622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EMAIL OUTPUT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2336" y="3293669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2336" y="3442716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Overview of Artificial Intelligence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2336" y="3591763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2336" y="3740810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Dear Team,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2336" y="3889858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wanted to share a brief summary about Artificial Intelligence...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2336" y="4038905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AI simulates human intelligence in machines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2336" y="4187952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Includes machine learning and deep learning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2336" y="4336999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Used in healthcare, finance, automation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2336" y="4486046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Enables intelligent decision making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2336" y="4635094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 Rapid growth driven by LLMs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2336" y="4784141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2336" y="4933188"/>
            <a:ext cx="8339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regards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82880"/>
            <a:ext cx="8266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65836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with tool integration and output chaining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0" y="804672"/>
            <a:ext cx="2194560" cy="548640"/>
          </a:xfrm>
          <a:prstGeom prst="rect">
            <a:avLst/>
          </a:prstGeom>
          <a:solidFill>
            <a:srgbClr val="1A22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85953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53712" y="1371600"/>
            <a:ext cx="36576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15544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8412480" cy="3328416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916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— graph.invoke({input: topic})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048256"/>
            <a:ext cx="2377440" cy="2651760"/>
          </a:xfrm>
          <a:prstGeom prst="rect">
            <a:avLst/>
          </a:prstGeom>
          <a:solidFill>
            <a:srgbClr val="1A223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048256"/>
            <a:ext cx="23774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214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" y="263347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" y="2980944"/>
            <a:ext cx="2121408" cy="1591056"/>
          </a:xfrm>
          <a:prstGeom prst="rect">
            <a:avLst/>
          </a:prstGeom>
          <a:solidFill>
            <a:srgbClr val="0A0F1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54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research_tool()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346704"/>
            <a:ext cx="20116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/page/summary/{q}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extract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stored in 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['research']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35808" y="318211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5808" y="3291840"/>
            <a:ext cx="786384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2048256"/>
            <a:ext cx="2377440" cy="2651760"/>
          </a:xfrm>
          <a:prstGeom prst="rect">
            <a:avLst/>
          </a:prstGeom>
          <a:solidFill>
            <a:srgbClr val="1A2235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2048256"/>
            <a:ext cx="23774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1214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913632" y="263347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summarize_agent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68496" y="2980944"/>
            <a:ext cx="2121408" cy="1591056"/>
          </a:xfrm>
          <a:prstGeom prst="rect">
            <a:avLst/>
          </a:prstGeom>
          <a:solidFill>
            <a:srgbClr val="0A0F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054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GPT-4o-mini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0" y="3346704"/>
            <a:ext cx="20116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state['research']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summarize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 bullet points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stored in 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['summary']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6208" y="318211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36208" y="3291840"/>
            <a:ext cx="786384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2048256"/>
            <a:ext cx="1517904" cy="2651760"/>
          </a:xfrm>
          <a:prstGeom prst="rect">
            <a:avLst/>
          </a:prstGeom>
          <a:solidFill>
            <a:srgbClr val="1A22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40880" y="2048256"/>
            <a:ext cx="151790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12140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✉️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095744" y="263347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email_agent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14032" y="2980944"/>
            <a:ext cx="1371600" cy="1591056"/>
          </a:xfrm>
          <a:prstGeom prst="rect">
            <a:avLst/>
          </a:prstGeom>
          <a:solidFill>
            <a:srgbClr val="0A0F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68896" y="305409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GPT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68896" y="3346704"/>
            <a:ext cx="12618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['summary']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email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state['email']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53712" y="5029200"/>
            <a:ext cx="3657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62272" y="52120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26080" y="5303520"/>
            <a:ext cx="3291840" cy="457200"/>
          </a:xfrm>
          <a:prstGeom prst="rect">
            <a:avLst/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926080" y="53766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Email  →  result['email']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14B8A6">
              <a:alpha val="6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4747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7315200" cy="658368"/>
          </a:xfrm>
          <a:prstGeom prst="rect">
            <a:avLst/>
          </a:prstGeom>
          <a:solidFill>
            <a:srgbClr val="1A2235">
              <a:alpha val="85000"/>
            </a:srgbClr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097280"/>
            <a:ext cx="54864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170432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9344" y="1234440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= one job per agent. Separation makes each part testable, swappable, and easier to debug.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1865376"/>
            <a:ext cx="7315200" cy="658368"/>
          </a:xfrm>
          <a:prstGeom prst="rect">
            <a:avLst/>
          </a:prstGeom>
          <a:solidFill>
            <a:srgbClr val="1A2235">
              <a:alpha val="85000"/>
            </a:srgbClr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865376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938528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9344" y="2002536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AgentState TypedDict is the shared memory. Every agent reads what it needs and writes its result — no global variables.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2633472"/>
            <a:ext cx="7315200" cy="658368"/>
          </a:xfrm>
          <a:prstGeom prst="rect">
            <a:avLst/>
          </a:prstGeom>
          <a:solidFill>
            <a:srgbClr val="1A2235">
              <a:alpha val="85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633472"/>
            <a:ext cx="54864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706624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9344" y="2770632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+ requests = any API becomes a tool. Wikipedia today, Google/SQL/weather tomorrow — same pattern.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3401568"/>
            <a:ext cx="7315200" cy="658368"/>
          </a:xfrm>
          <a:prstGeom prst="rect">
            <a:avLst/>
          </a:prstGeom>
          <a:solidFill>
            <a:srgbClr val="1A2235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401568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474720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⛓️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9344" y="3538728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chaining: research → summary → email. Each agent's output flows into the next via shared state — automatic.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4169664"/>
            <a:ext cx="7315200" cy="658368"/>
          </a:xfrm>
          <a:prstGeom prst="rect">
            <a:avLst/>
          </a:prstGeom>
          <a:solidFill>
            <a:srgbClr val="1A2235">
              <a:alpha val="85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169664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242816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9344" y="4306824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runs everything: graph.invoke({'input': topic}). LangGraph handles the sequencing automatically.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103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multi_agent_langgraph_lab.py  ·  LangGraph + OpenAI  ·  pip install langgraph langchain langchain-openai python-dotenv requests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Multi-Agent Lab</dc:title>
  <dc:subject>PptxGenJS Presentation</dc:subject>
  <dc:creator>PptxGenJS</dc:creator>
  <cp:lastModifiedBy>PptxGenJS</cp:lastModifiedBy>
  <cp:revision>1</cp:revision>
  <dcterms:created xsi:type="dcterms:W3CDTF">2026-03-14T17:29:38Z</dcterms:created>
  <dcterms:modified xsi:type="dcterms:W3CDTF">2026-03-14T17:29:38Z</dcterms:modified>
</cp:coreProperties>
</file>