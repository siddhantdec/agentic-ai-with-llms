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FF4A00">
              <a:alpha val="20000"/>
            </a:srgbClr>
          </a:solidFill>
          <a:ln w="12700">
            <a:solidFill>
              <a:srgbClr val="FF4A0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47548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HR Onboarding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10698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— Zapier Agent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 to build the automated HR digest agent on Zapier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935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Schedule Trigger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907792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935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Google Sheets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2907792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935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by Zapier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2907792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621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935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Gmail + WhatsApp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5354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Google Sheet → Analyses tasks → Emails digest to HR Manager every morning at 8 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Daily HR Onboarding Digest Zapier Agent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1298448" cy="111556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129844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426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" y="171907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19385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 daily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64208" y="15544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01368" y="1115568"/>
            <a:ext cx="1298448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1368" y="1115568"/>
            <a:ext cx="1298448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1368" y="1115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01368" y="1426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01368" y="171907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47088" y="19385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open tasks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18104" y="15544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55264" y="1115568"/>
            <a:ext cx="1298448" cy="11155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5264" y="1115568"/>
            <a:ext cx="129844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1115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55264" y="1426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55264" y="171907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00984" y="19385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exist?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0" y="15544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115568"/>
            <a:ext cx="1298448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115568"/>
            <a:ext cx="129844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115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1426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09160" y="171907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19385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into text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25896" y="15544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63056" y="1115568"/>
            <a:ext cx="1298448" cy="1115568"/>
          </a:xfrm>
          <a:prstGeom prst="rect">
            <a:avLst/>
          </a:prstGeom>
          <a:solidFill>
            <a:srgbClr val="FFF7ED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1115568"/>
            <a:ext cx="1298448" cy="27432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1115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63056" y="1426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63056" y="171907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by Zapier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08776" y="19385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digest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79792" y="15544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616952" y="1115568"/>
            <a:ext cx="1298448" cy="11155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16952" y="1115568"/>
            <a:ext cx="129844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16952" y="1115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616952" y="14264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616952" y="171907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662672" y="19385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7472" y="2651760"/>
            <a:ext cx="4160520" cy="676656"/>
          </a:xfrm>
          <a:prstGeom prst="rect">
            <a:avLst/>
          </a:prstGeom>
          <a:solidFill>
            <a:srgbClr val="FFF7ED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2651760"/>
            <a:ext cx="64008" cy="676656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2706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🕗  Automatic Daily Trigger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29535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morning at 8 AM on weekdays via Schedule by Zapier. No manual action needed.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7472" y="3401568"/>
            <a:ext cx="416052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7472" y="3401568"/>
            <a:ext cx="64008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456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Reads Live Google Sheet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2920" y="37033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HR_Onboarding_Tasks_Agent Google Sheet and reads all rows where Status = Open.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651760"/>
            <a:ext cx="4160520" cy="676656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2651760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18888" y="27066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Analyses &amp; Writes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18888" y="29535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by Zapier reads all open tasks, identifies URGENT/HIGH/MEDIUM/LOW and writes a formatted digest.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401568"/>
            <a:ext cx="416052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63440" y="3401568"/>
            <a:ext cx="64008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18888" y="3456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Delivers to HR Manager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818888" y="37033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formatted HTML email via Gmail every morning. An optional WhatsApp notification via Twilio.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47472" y="4206240"/>
            <a:ext cx="845820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4251960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agent only needs to be set up once. After publishing in Zapier, it runs automatically every weekday morning.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Sheet — HR_Onboarding_Tasks_Agent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create this Google Sheet first and share it with your Zapier account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structure (OnboardingTasks tab):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192024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17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TaskName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" y="1709928"/>
            <a:ext cx="192024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70992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I-9 Employment Verification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67712" y="1417320"/>
            <a:ext cx="118872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AssigneeName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67712" y="1709928"/>
            <a:ext cx="118872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5144" y="170992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Sarah Mitchell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56432" y="1417320"/>
            <a:ext cx="137160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AssigneeEmail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56432" y="1709928"/>
            <a:ext cx="137160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864" y="17099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sarah@techcorp.com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28032" y="1417320"/>
            <a:ext cx="86868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417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DueDate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828032" y="1709928"/>
            <a:ext cx="86868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709928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14/04/2025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696712" y="1417320"/>
            <a:ext cx="82296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96712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96712" y="1709928"/>
            <a:ext cx="82296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24144" y="17099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← filter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19672" y="1417320"/>
            <a:ext cx="68580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14173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19672" y="1709928"/>
            <a:ext cx="68580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1709928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205472" y="1417320"/>
            <a:ext cx="91440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1417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205472" y="1709928"/>
            <a:ext cx="91440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32904" y="17099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119872" y="1417320"/>
            <a:ext cx="68580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14173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TaskID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119872" y="1709928"/>
            <a:ext cx="68580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47304" y="1709928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TSK-001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47472" y="2002536"/>
            <a:ext cx="19202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" y="202082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up company laptop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267712" y="2002536"/>
            <a:ext cx="1188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95144" y="202082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Sarah Mitchell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456432" y="2002536"/>
            <a:ext cx="13716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83864" y="202082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sarah@techcorp.com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828032" y="2002536"/>
            <a:ext cx="86868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5464" y="2020824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10/04/2025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696712" y="2002536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4144" y="202082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519672" y="2002536"/>
            <a:ext cx="685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2020824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205472" y="2002536"/>
            <a:ext cx="9144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32904" y="202082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119872" y="2002536"/>
            <a:ext cx="685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47304" y="2020824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TSK-002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47472" y="2295144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" y="2313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GDPR training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267712" y="2295144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95144" y="231343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 Sharma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456432" y="2295144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83864" y="23134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ravi@techcorp.com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828032" y="2295144"/>
            <a:ext cx="868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55464" y="2313432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08/03/2025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696712" y="2295144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24144" y="231343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519672" y="2295144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47104" y="2313432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205472" y="2295144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32904" y="231343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119872" y="2295144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47304" y="2313432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TSK-004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47472" y="2587752"/>
            <a:ext cx="19202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4904" y="26060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employment contract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267712" y="2587752"/>
            <a:ext cx="1188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95144" y="260604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Amara Diallo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456432" y="2587752"/>
            <a:ext cx="13716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83864" y="2606040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amara@techcorp.com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828032" y="2587752"/>
            <a:ext cx="86868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55464" y="2606040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07/03/2025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96712" y="2587752"/>
            <a:ext cx="8229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24144" y="260604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519672" y="2587752"/>
            <a:ext cx="685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47104" y="2606040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205472" y="2587752"/>
            <a:ext cx="9144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32904" y="260604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8119872" y="2587752"/>
            <a:ext cx="685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47304" y="2606040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TSK-006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47472" y="2880360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4904" y="289864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bank details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267712" y="288036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95144" y="289864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 Nair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456432" y="288036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483864" y="289864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priya@techcorp.com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828032" y="2880360"/>
            <a:ext cx="868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55464" y="2898648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09/03/2025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696712" y="2880360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724144" y="289864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519672" y="28803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47104" y="289864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205472" y="288036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232904" y="289864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119872" y="288036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47304" y="289864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TSK-010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365760" y="3200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rules for the sheet: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347472" y="3493008"/>
            <a:ext cx="4160520" cy="67665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47472" y="3493008"/>
            <a:ext cx="64008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920" y="3538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Tab name MUST be exactly: OnboardingTasks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50292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uses this exact tab name — any typo will break the connection</a:t>
            </a:r>
            <a:endParaRPr lang="en-US" sz="880" dirty="0"/>
          </a:p>
        </p:txBody>
      </p:sp>
      <p:sp>
        <p:nvSpPr>
          <p:cNvPr id="108" name="Shape 106"/>
          <p:cNvSpPr/>
          <p:nvPr/>
        </p:nvSpPr>
        <p:spPr>
          <a:xfrm>
            <a:off x="347472" y="4242816"/>
            <a:ext cx="4160520" cy="676656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47472" y="4242816"/>
            <a:ext cx="64008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2920" y="4288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Status column values: Open | In Progress | Complete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502920" y="4562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filters on Status = Open. Spelling and capitalisation must match exactly</a:t>
            </a:r>
            <a:endParaRPr lang="en-US" sz="880" dirty="0"/>
          </a:p>
        </p:txBody>
      </p:sp>
      <p:sp>
        <p:nvSpPr>
          <p:cNvPr id="112" name="Shape 110"/>
          <p:cNvSpPr/>
          <p:nvPr/>
        </p:nvSpPr>
        <p:spPr>
          <a:xfrm>
            <a:off x="4663440" y="3493008"/>
            <a:ext cx="416052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0" y="3493008"/>
            <a:ext cx="64008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818888" y="3538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DueDate format: DD/MM/YYYY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4818888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date format helps the AI identify overdue and urgent tasks correctly</a:t>
            </a:r>
            <a:endParaRPr lang="en-US" sz="880" dirty="0"/>
          </a:p>
        </p:txBody>
      </p:sp>
      <p:sp>
        <p:nvSpPr>
          <p:cNvPr id="116" name="Shape 114"/>
          <p:cNvSpPr/>
          <p:nvPr/>
        </p:nvSpPr>
        <p:spPr>
          <a:xfrm>
            <a:off x="4663440" y="4242816"/>
            <a:ext cx="4160520" cy="676656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63440" y="4242816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818888" y="4288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Share the sheet with your Google account used in Zapier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4818888" y="4562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connecting Google Sheets in Zapier, it must be the same account that owns the sheet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the Zapier Agent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agents.zapier.com and create a new agent called 'Daily HR Onboarding Digest'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80160"/>
            <a:ext cx="347472" cy="347472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9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agents.zapier.com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your Zapier account. Navigate to agents.zapier.com — this is the Agents section, separate from the regular Zaps builder.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02996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New agent'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212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'+ New agent' button in the top-left sidebar. A new agent canvas will open.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850392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77977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9626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exactly:  Daily HR Onboarding Digest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name appears in the header. It is for your reference only — not visible to others.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64992"/>
            <a:ext cx="850392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5295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Agent is 'Not Published'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7124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shows 'Not Published' in the header. This is normal — you will publish it in the final step after everything is configured.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850392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279392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the Configuration panel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panel shows: Trigger, Instructions, Tools, Knowledge Sources. You will fill each section in the following steps.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892040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937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Zapier Agents (agents.zapier.com) is different from the regular Zaps builder (zapier.com). Make sure you are on the Agents page.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Set the Trigger — Schedule by Zapier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tells the agent WHEN to run. We set it to fire every weekday at 8 AM.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in the Zapier Agent panel: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64008" cy="47548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1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by Zapier: Every 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from your screenshots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93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configure it: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8503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350008"/>
            <a:ext cx="347472" cy="347472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350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'Edit trigger'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235000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Click the settings gear icon ⚙ next to the trigger field, then click 'Edit trigger'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16352"/>
            <a:ext cx="85039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862072"/>
            <a:ext cx="347472" cy="347472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862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type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80360" y="28620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Select:  Every Day  (this runs at the same time every day including weekends unless you set days)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328416"/>
            <a:ext cx="85039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374136"/>
            <a:ext cx="347472" cy="347472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374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80360" y="337413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to:  8:00 AM  — this is when the agent wakes up and starts running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8503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886200"/>
            <a:ext cx="347472" cy="347472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886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week (optional)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80360" y="38862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If you want weekdays only: check Mon, Tue, Wed, Thu, Fri and uncheck Sat and Sun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352544"/>
            <a:ext cx="850392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4398264"/>
            <a:ext cx="347472" cy="347472"/>
          </a:xfrm>
          <a:prstGeom prst="ellipse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4398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trigger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0360" y="439826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Click 'Save' or 'Done'. The trigger bar will now show: Schedule by Zapier: Every Day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901184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94690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Schedule trigger from the screenshots shows 'Every Day'. If you only want weekdays, edit the trigger and uncheck Saturday and Sunday.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Write the Agent Instructions (Part 1 of 2)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to 'Instructions to follow' and paste this exact text — from your screenshots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instruction text visible in your screenshots. Copy it in full: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828446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daily HR onboarding assistant for TechCorp.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morning, you will receive a list of open onboarding tasks from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HR_Onboarding_Tasks_Agent Google Sheet. Your job is to read all the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produce a clear, professional daily digest for the HR manager.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these steps every time you run: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Read the tasks from the Google Sheet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/ to connect to Google Sheets and read all rows from the OnboardingTasks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where Status = Open.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Analyse the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Count the total number of open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Identify which tasks are HIGH priority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Identify which tasks have a due date of today or earlier — these are URGENT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Group the remaining tasks by MEDIUM and LOW priority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— Write the digest in this exact format: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DAILY HR ONBOARDING DIGEST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4681728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7274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instruction text is the brain of the agent. It tells the AI exactly what to do each time the trigger fires.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Agent Instructions (Part 2 of 2)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instruction — add the full digest output format below the STEP 3 header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instructions — add this exact format template after the STEP 3 line: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8284464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DAILY HR ONBOARDING DIGEST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[Today's date]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Open Tasks: [number]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URGENT (Due today or overdue):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[List each urgent task — TaskName | Assignee | Due Date | Priority | Notes]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HIGH PRIORITY: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[List each HIGH priority task not already in URGENT]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MEDIUM PRIORITY: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[List each MEDIUM priority task]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LOW PRIORITY: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[List each LOW priority task]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Summary: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Total Open: [n]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Urgent: [n]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High: [n]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Medium: [n]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Low: [n]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 — Send the digest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the Gmail tool to send this digest as an HTML email to the HR manager.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Daily HR Onboarding Digest — [Today's Date]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send the email even if there are no urgent tasks.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off with: Generated by Daily HR Onboarding Assistant | TechCorp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4736592"/>
            <a:ext cx="8503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7823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 NOT press Enter between paragraphs unevenly — keep the formatting consistent. The AI follows this template exactly.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Add Tools to the Agent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'Tools this agent can use' and add each tool shown in your screenshots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screenshots, the agent uses these 5 tools: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850392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58191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4813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Default Tools: Visit Site &amp; Web 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61888" y="14813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No configuration needed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77824" y="17556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included by default — no action needed. Allows the agent to visit URLs and search the web.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30552"/>
            <a:ext cx="85039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30552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267712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21671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Web Search by Zapier: Search the Web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61888" y="21671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No extra config needed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4414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Add Tool' → search 'Web Search by Zapier' → select 'Search the Web'.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816352"/>
            <a:ext cx="850392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816352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2953512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28529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Gmail: Send Email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61888" y="28529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Authenticate with Google account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7824" y="3127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Add Tool' → search 'Gmail' → select 'Send Email' → connect your Google account.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502152"/>
            <a:ext cx="8503920" cy="62179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02152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36393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" y="3538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Google Drive: Upload File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61888" y="35387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File: HR_Onboarding_Tasks_Agent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77824" y="38130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Add Tool' → search 'Google Drive' → select 'Upload File' → connect same Google account.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187952"/>
            <a:ext cx="85039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187952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" y="43251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" y="4224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Google Sheets: Get Many Spreadsheet Rows (Advanced)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61888" y="42245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Worksheet: OnboardingTasks | Spreadsheet: HR_Onboarding_Tasks_Agent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77824" y="44988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Add Tool' → search 'Google Sheets' → select 'Get Many Spreadsheet Rows (Advanced)'.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956048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50017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exact tools are shown in Screenshot 1. Add them in this order. Each tool needs its own Google account authentication.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Detail: Configure Google Sheets Tool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tool — gets all open tasks from your spreadsheet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adding 'Google Sheets: Get Many Spreadsheet Rows (Advanced)', configure it: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194560" cy="292608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3744" y="1417320"/>
            <a:ext cx="301752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50408" y="1417320"/>
            <a:ext cx="3264408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17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3744" y="1417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ENTER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50408" y="141732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709928"/>
            <a:ext cx="2194560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1709928"/>
            <a:ext cx="3017520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50408" y="1709928"/>
            <a:ext cx="3264408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783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Event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7752" y="17830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Many Spreadsheet Rows (Advanced)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14416" y="17830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'Get Spreadsheet Row' — must be the Advanced version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130552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3744" y="2130552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50408" y="2130552"/>
            <a:ext cx="32644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037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7752" y="22037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HR_Onboarding_Tasks_Agent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14416" y="220370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dropdown after connecting Google account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551176"/>
            <a:ext cx="21945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3744" y="2551176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50408" y="2551176"/>
            <a:ext cx="3264408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6243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87752" y="26243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OnboardingTasks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14416" y="26243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the tab name EXACTLY — capital O, no spaces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971800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23744" y="2971800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0408" y="2971800"/>
            <a:ext cx="32644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044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Field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87752" y="3044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14416" y="304495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name Zapier will filter 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392424"/>
            <a:ext cx="21945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23744" y="3392424"/>
            <a:ext cx="30175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50408" y="3392424"/>
            <a:ext cx="3264408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46557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Value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87752" y="34655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14416" y="346557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O, no spaces — only rows with Status = Open will be returned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3813048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23744" y="3813048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50408" y="3813048"/>
            <a:ext cx="32644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886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Rows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587752" y="3886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 blank or set to 100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14416" y="38862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blank to return all matching rows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Screenshot 1 — exact values shown in the Zapier panel: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Worksheet: "OnboardingTasks"   |   Spreadsheet: "HR_Onboarding_Tasks_Agent"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Detail: Configure Gmail Tool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tool sends the daily digest to the HR Manager every morning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adding 'Gmail: Send Email', here is what the agent will do with it: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90472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Add Tool'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6916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Tools section, click '+ Add Tool' → search for 'Gmail' → click 'Gmail: Send Email'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84248"/>
            <a:ext cx="8503920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057400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Google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2585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popup asks you to connect Google account. Sign in with the Gmail account you want to send FROM. Click 'Allow'.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551176"/>
            <a:ext cx="8503920" cy="49377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624328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596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now added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8254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'Gmail: Send Email' appear in the tools list with a Gmail icon (as shown in Screenshot 1)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the agent sends (based on instructions):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85039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547872"/>
            <a:ext cx="82844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To:      hrmanager@techcorp.com   (or whichever address you set in instructions)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Daily HR Onboarding Digest — [Today's Date e.g. 17 March 2026]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   The full formatted digest including: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🔴 URGENT tasks (overdue or due today)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🟠 HIGH PRIORITY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🟡 MEDIUM PRIORITY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🟢 LOW PRIORITY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📊 Summary totals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Signed: Generated by Daily HR Onboarding Assistant | TechCorp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800600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846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Gmail tool needs the FROM email to be the Google account you authenticated. The TO email is set in your instructions text.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Detail: Configure Google Drive Tool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tool for uploading or referencing files — shown in Screenshot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Screenshot 1, the agent also has 'Google Drive: Upload File' configured: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640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Google Drive: Upload 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"HR_Onboarding_Tasks_Agent"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755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exactly as shown in Screenshot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85039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2402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03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Add Tool'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44144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'Google Drive' and select 'Upload File'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52344"/>
            <a:ext cx="85039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84378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807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Google Drive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3044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Google account that owns the HR_Onboarding_Tasks_Agent spreadsheet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355848"/>
            <a:ext cx="85039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44728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4107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File field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364845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tool configuration, set File to:  HR_Onboarding_Tasks_Agent  — this links it to your spreadsheet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959352"/>
            <a:ext cx="85039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05079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014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this tool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42519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agent to reference and access the Google Drive file directly. It works alongside the Google Sheets tool.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572000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Google Drive tool is shown in Screenshot 1. Add it by clicking '+ Add Tool' → search Google Drive → Upload File → connect Google account.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20040" y="5029200"/>
            <a:ext cx="85039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50749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All three Google tools (Sheets, Drive, Gmail) must use the SAME Google account for authentication to work correctly.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Add Knowledge Source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Screenshot 1: add the Google Sheet as a knowledge source so the agent can reference 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in Screenshot 1 under 'Knowledge sources':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270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Google Sheets: 'HR_Onboarding_Tasks_Agent'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554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15 hours ago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764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exactly as shown in Screenshot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the knowledge source: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850392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450592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4323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'+ Add Knowledge Source'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24323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'+ Add Knowledge Source' button on the right side of the Knowledge sources section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503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98094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9626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Google Sheets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43400" y="296265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'Google Sheets' from the list of knowledge source types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850392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511296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4930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spreadsheet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34930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'HR_Onboarding_Tasks_Agent' from the dropdown of available spreadsheets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986784"/>
            <a:ext cx="8503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04164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syncs the sheet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40233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will sync the sheet. You will see 'Synced X hours ago' confirming it is connected (as in Screenshot 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517136"/>
            <a:ext cx="850392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4572000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553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45537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source gives the AI direct access to the sheet data as background context, on top of the Google Sheets tool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5047488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50932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knowledge source is separate from the Google Sheets tool. The tool lets the agent ACTION on the sheet; the knowledge source gives it background reference data.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Instructions Text — Copy This Exactly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full text into the 'Instructions to follow' box in the Zapier Agent panel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52144"/>
            <a:ext cx="828446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daily HR onboarding assistant for TechCorp.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morning, you will receive a list of open onboarding tasks from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HR_Onboarding_Tasks_Agent Google Sheet. Your job is to read all the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produce a clear, professional daily digest for the HR manager.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these steps every time you run: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Read the tasks from the Google Sheet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/ to connect to Google Sheets and read all rows from the OnboardingTasks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where Status = Open.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Analyse the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Count the total number of open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Identify which tasks are HIGH priority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Identify which tasks have a due date of today or earlier — these are URGENT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Group the remaining tasks by MEDIUM and LOW priority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— Write the digest in this exact format: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DAILY HR ONBOARDING DIGEST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[Today's date]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Open Tasks: [number]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URGENT: [TaskName | Assignee | Due Date | Notes]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HIGH PRIORITY: [list]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MEDIUM PRIORITY: [list]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LOW PRIORITY: [list]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Summary: Total: [n] | Urgent: [n] | High: [n] | Medium: [n] | Low: [n]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 — Send the digest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Gmail tool to send as HTML email to the HR manager.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Daily HR Onboarding Digest — [Today's Date]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send the email even if there are no urgent tasks.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off: Generated by Daily HR Onboarding Assistant | TechCorp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4864608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9103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exact instructions from Screenshots 2 and 3. The DAILY HR ONBOARDING DIGEST header is a special formatting element — keep it with the 📋 emoji.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Review, Test &amp; Publish the Agent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steps before the agent goes live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60520" cy="11704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Review all sections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through the agent configuration. Confirm: Trigger = Schedule Every Day | Instructions = full text | All 5 tools added | Knowledge source connected.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4160520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77440"/>
            <a:ext cx="41605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Click 'Agent Preview' to test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688336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'Agent Preview' button at the bottom of the panel (visible in Screenshot 1). This runs the agent manually so you can check output before publishing.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639312"/>
            <a:ext cx="4160520" cy="117043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639312"/>
            <a:ext cx="41605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39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Check the preview output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95020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should: read the Google Sheet → identify open tasks → produce the digest format → say it will send the email. If it fails, check tool authentication.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160520" cy="1170432"/>
          </a:xfrm>
          <a:prstGeom prst="rect">
            <a:avLst/>
          </a:prstGeom>
          <a:solidFill>
            <a:srgbClr val="FFF7ED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15568"/>
            <a:ext cx="4160520" cy="27432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15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Fix any issues before publishing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426464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Google Sheets tool fails: re-authenticate. If the format is wrong: edit the Instructions text. If Gmail fails: reconnect the Gmail tool.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41605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377440"/>
            <a:ext cx="41605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377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Click 'Publish'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2688336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blue 'Publish' button in the top-right corner (visible in all 3 screenshots). The status changes from 'Not Published' to 'Published'. The agent is now live.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639312"/>
            <a:ext cx="4160520" cy="117043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639312"/>
            <a:ext cx="41605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39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Confirm the trigger is active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95020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publishing, the agent will fire next time the schedule triggers (next 8 AM on a weekday). You can also trigger it manually for testing.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Produces — Sample Output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actual data in HR_Onboarding_Tasks_Agent.xlsx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email the agent sends to the HR Manager each morning: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828446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Daily HR Onboarding Digest — 17 March 2026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DAILY HR ONBOARDING DIGEST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Monday, 17 March 2026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Open Tasks: 16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URGENT (Due today or overdue):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TSK-004 | Complete mandatory GDPR training     | Ravi Sharma   | Due: 08/03 | OVERDUE — follow up required immediately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TSK-006 | Sign employment contract addendum     | Amara Diallo  | Due: 07/03 | Due TODAY — contract in DocuSign inbox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TSK-019 | Submit emergency contact details      | Maria Santos  | Due: 08/03 | OVERDUE — HR system form not yet completed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TSK-010 | Submit bank details for payroll       | Priya Nair    | Due: 09/03 | Payroll cutoff is 10/03 — urgent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HIGH PRIORITY: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TSK-001 | Complete I-9 Employment Verification  | Sarah Mitchell | Due: 14/04 | Documents submitted — awaiting HR sign-off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TSK-002 | Set up company laptop and software    | Sarah Mitchell | Due: 10/04 | IT ticket raised — laptop not yet collected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TSK-015 | Attend IT security briefing           | Ahmed Hassan   | Due: 16/04 | Mandatory for all new hires — 1hr session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MEDIUM PRIORITY: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TSK-003 | Enrol in company benefits portal      | Ravi Sharma   | Due: 15/04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TSK-005 | Schedule 1-to-1 with line manager     | Liu Wei       | Due: 18/04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TSK-007 | Complete health &amp; safety induction    | Amara Diallo  | Due: 21/04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LOW PRIORITY: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TSK-009 | Attend company orientation session    | Tom Bradley   | Due: 14/04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TSK-011 | Complete diversity &amp; inclusion training | Priya Nair  | Due: 22/04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Summary: Total Open: 16 | Urgent: 4 | High: 3 | Medium: 5 | Low: 4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by Daily HR Onboarding Assistant | TechCorp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4828032"/>
            <a:ext cx="85039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8737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 output is generated from the real data in your HR_Onboarding_Tasks_Agent.xlsx. Tasks with Status=Complete or In Progress are excluded.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— Common Issues &amp; Fixes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to the most frequent problems when setting up this agent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7101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43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1521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returns no data / empty result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Check the Worksheet name is exactly 'OnboardingTasks' and Filter Value is exactly 'Open' (capital O). Tab name is case-sensitive.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8503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91109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883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7922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connect to Google Sheets tool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20299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Re-authenticate the Google Sheets tool. Click the three dots ··· next to the tool → Reconnect → sign in again with the same Google account.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850392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55117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23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4323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fails to send the email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2670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Re-authenticate the Gmail tool. Make sure the Google account in Gmail tool is the same one sending the email. Check Gmail has 'Less secure apps' or use OAuth.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35808"/>
            <a:ext cx="8503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19125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163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072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but produces wrong format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Review the Instructions text carefully. Make sure the STEP 3 format template is exactly as shown in Slide 7. The AI follows instructions precisely.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850392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83133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37124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 shows 'Sync failed'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9502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Click the three dots ··· next to the knowledge source → Resync. If it fails again, remove and re-add the knowledge source using the same Google account.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315968"/>
            <a:ext cx="85039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47141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443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" y="435254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shows 'Not Published' after setup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" y="45902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You must click the blue 'Publish' button in the top-right header. The agent only runs automatically when it is Published.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0" cy="987552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Checklist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off each item as you build the agent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538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356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Google Sheet named: HR_Onboarding_Tasks_Agent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642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name: OnboardingTasks  (exact spelling)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110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892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TaskName, AssigneeName, AssigneeEmail,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DueDate, Status, Priority, Department, TaskID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1214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values: Open | In Progress | Complete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3682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3500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sheet with your Zapier Google account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5786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agents.zapier.com → New agent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8254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8072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Daily HR Onboarding Digest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540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035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Trigger: Schedule by Zapier → Every Day → 8AM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826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2644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full Instructions text (Slides 6-7)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5112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4930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Tool: Default Tools (already added)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7398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7216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Tool: Web Search by Zapier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9684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39502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Tool: Gmail: Send Email → authenticate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1970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4178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Tool: Google Drive: Upload File → authenticate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4256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44074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Tool: Google Sheets: Get Many Rows (Advanced)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6542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6360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Worksheet: OnboardingTasks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48828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8646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Spreadsheet: HR_Onboarding_Tasks_Agent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51114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50932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Knowledge Source: Google Sheets → same sheet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53400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5321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 Preview → check output format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5686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" y="55504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→ status shows 'Published'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5797296"/>
            <a:ext cx="164592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57790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next 8 AM or manually trigger to verify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377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Values Summary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2040" y="1417320"/>
            <a:ext cx="39319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92040" y="1417320"/>
            <a:ext cx="54864" cy="50292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10912" y="14538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10912" y="1664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HR Onboarding Digest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92040" y="1984248"/>
            <a:ext cx="39319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19842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10912" y="20208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10912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 by Zapier: Every Day 8AM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92040" y="2551176"/>
            <a:ext cx="39319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2551176"/>
            <a:ext cx="5486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25877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Name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10912" y="27980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HR_Onboarding_Tasks_Agent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92040" y="3118104"/>
            <a:ext cx="393192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2040" y="3118104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10912" y="3154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Name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10912" y="3364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OnboardingTasks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92040" y="3685032"/>
            <a:ext cx="393192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3685032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10912" y="37216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Field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10912" y="3931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892040" y="4251960"/>
            <a:ext cx="393192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92040" y="425196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10912" y="42885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Value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010912" y="4498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 (capital O)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892040" y="4818888"/>
            <a:ext cx="39319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92040" y="4818888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10912" y="48554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(5)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010912" y="5065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+ Web Search + Gmail + Drive + Sheets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92040" y="5385816"/>
            <a:ext cx="39319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92040" y="5385816"/>
            <a:ext cx="5486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10912" y="54223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Src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10912" y="5632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Sheets: HR_Onboarding_Tasks_Agent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FF4A00">
              <a:alpha val="20000"/>
            </a:srgbClr>
          </a:solidFill>
          <a:ln w="12700">
            <a:solidFill>
              <a:srgbClr val="FF4A0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640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is Live!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 receives a daily digest every weekday at 8 AM — automatically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to extend this agent: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2971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Twilio WhatsApp to also send a mobile alert (see ZapierGuide tab in the sheet)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645920" y="3273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more employees to the Google Sheet — agent reads ALL rows automatically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645920" y="35753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Change the trigger time in 'Edit trigger' if 8AM doesn't suit your timezone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645920" y="38770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F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Modify the Instructions to include department-based filtering or extra fields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4A00"/>
          </a:solidFill>
          <a:ln w="12700">
            <a:solidFill>
              <a:srgbClr val="FF4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7091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Agents: agents.zapier.com  ·  Zapier Help: help.zapier.com  ·  Google Sheets: sheets.google.com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HR Onboarding Digest — Zapier Agent Guide</dc:title>
  <dc:subject>PptxGenJS Presentation</dc:subject>
  <dc:creator>PptxGenJS</dc:creator>
  <cp:lastModifiedBy>PptxGenJS</cp:lastModifiedBy>
  <cp:revision>1</cp:revision>
  <dcterms:created xsi:type="dcterms:W3CDTF">2026-03-17T00:09:57Z</dcterms:created>
  <dcterms:modified xsi:type="dcterms:W3CDTF">2026-03-17T00:09:57Z</dcterms:modified>
</cp:coreProperties>
</file>