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377440" cy="292608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Groq + Llama 3.3 · Web Search · Calculator · ReAct Pattern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Llama 3.3 70B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Groq Inference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DuckDuckGo 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Calculator Tool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agent does and the problem it solves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reasons step-by-step and decides which tools to call based on the question asked.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Tool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48716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DuckDuckGo to fetch real-time information from the internet for current facts and news.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88720"/>
            <a:ext cx="2743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🧮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Tool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48716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complex math expressions safely using Python's eval with restricted builtins.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Uses ReAct (Reason + Act) pattern — no native tool-calling API needed, works reliably on all models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Pattern: Reason → Act → Observe → Repeat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298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" y="18470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99616" y="1801368"/>
            <a:ext cx="3200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1709928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18872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298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18470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08376" y="1801368"/>
            <a:ext cx="3200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709928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FB9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1298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00400" y="18470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17136" y="1801368"/>
            <a:ext cx="3200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709928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298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9160" y="18470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25896" y="1801368"/>
            <a:ext cx="3200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709928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1298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17920" y="18470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34656" y="1801368"/>
            <a:ext cx="3200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1709928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26680" y="118872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26680" y="1298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26680" y="18470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91640" y="2834640"/>
            <a:ext cx="4572000" cy="36576"/>
          </a:xfrm>
          <a:prstGeom prst="rect">
            <a:avLst/>
          </a:prstGeom>
          <a:solidFill>
            <a:srgbClr val="FB923C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691640" y="2907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Loop back if more tool calls needed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3383280"/>
            <a:ext cx="25603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4400" y="3383280"/>
            <a:ext cx="2560320" cy="320040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3419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results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840480" y="3383280"/>
            <a:ext cx="25603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40480" y="3383280"/>
            <a:ext cx="2560320" cy="320040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3419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3192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expressions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66560" y="3383280"/>
            <a:ext cx="25603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6560" y="3383280"/>
            <a:ext cx="2560320" cy="32004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419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final_answer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user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and services powering the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pip: groq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LLM inference API. Runs Llama 3.3 70B at ~280 tokens/sec.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54864" cy="6583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🦙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pip: llama-3.3-70b-versatile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197510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open-source LLM. Current production model on Groq as of 2026.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633472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33472"/>
            <a:ext cx="54864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2688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9809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pip: ddgs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27432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 Python library. Renamed from duckduckgo-search.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401568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401568"/>
            <a:ext cx="54864" cy="6583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pip: python-dotenv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0" y="351129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GROQ_API_KEY from .env file securely.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169664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69664"/>
            <a:ext cx="54864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517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pip: custom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0" y="427939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tool calling — bypasses native tool API bugs on Groq models.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sections of langchain_tool_agent_groq.py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Tool Functions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44168"/>
            <a:ext cx="429768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web_search(query):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DDGS() as ddgs: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ddgs.text(query)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format(results)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calculator(expr):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eval(expr, {"__builtins__": {}})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404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Tool Schemas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429768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249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"function",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"function":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"web_search",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{...}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7581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ReAct System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050792"/>
            <a:ext cx="429768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0782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 ONLY with JSON: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{"action":"web_search","input":"..."}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{"action":"final_answer","input":"..."}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Agent Loop (ask function)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344168"/>
            <a:ext cx="374904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389888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ask(question, history=None):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 = [system] + history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messages.append(user_question)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True: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.create(model=MODEL,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messages=messages)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parse_json(response)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"final_answer":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action["input"]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 the tool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TOOLS[action["action"]](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action["input"]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Feed result back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messages.append(observation)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Usage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up and running in 3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83464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56032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groq ddgs python-dotenv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4041648"/>
            <a:ext cx="2560320" cy="438912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40599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LangChain needed — pure Groq SDK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83464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170432"/>
            <a:ext cx="548640" cy="5486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API Key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37560" y="1828800"/>
            <a:ext cx="256032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901952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.env 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GROQ_API_KEY=gsk_xxxxxxxxxxxx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free key at: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console.groq.com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37560" y="4041648"/>
            <a:ext cx="2560320" cy="438912"/>
          </a:xfrm>
          <a:prstGeom prst="rect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40599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Free tier — generous rate limits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097280"/>
            <a:ext cx="283464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170432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1828800"/>
            <a:ext cx="256032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901952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langchain_tool_agent_groq.py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interactive chat, edit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file and uncomment: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chat_loop()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4041648"/>
            <a:ext cx="2560320" cy="438912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40599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Works in single or multi-turn mode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and how they were resolved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decommissioned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07408" y="1280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llama-3.3-70b-versatile — current active production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48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2112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tool_use_failed (XML tool calls)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7408" y="2240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48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2112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ReAct pattern — model outputs JSON actions via prompt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08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" y="3072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32918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streaming bug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3200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800600" y="301752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108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40680" y="3072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40680" y="32918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LangChain entirely — use Groq SDK directly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97764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069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60120" y="4032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60120" y="4251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pydantic_v1 import error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07408" y="4160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800600" y="3977640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069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440680" y="4032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40680" y="4251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langchain==0.2.16 + langchain-core==0.2.38 for compatibility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"What is the current population of India and what is 1.4B ÷ 1.3M?"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[Demo] Single question mode: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230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Entering ReAct agent loop...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345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460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🛠  Tool      : web_search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575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📥 Input      : {'query': 'current population of India 2024'}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📤 Observation: Title: India Population 2024 | Snippet: India's population...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689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804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🛠  Tool      : calculator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📥 Input      : 1.4e9 / 1.3e6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0919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📤 Observation: 1076.923076923077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5034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Finished chain.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617720"/>
            <a:ext cx="8503920" cy="329184"/>
          </a:xfrm>
          <a:prstGeom prst="rect">
            <a:avLst/>
          </a:prstGeom>
          <a:solidFill>
            <a:srgbClr val="34D399">
              <a:alpha val="1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268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Answer: India's population is ~1.44 billion. 1.4B ÷ 1.3M = 1076.92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234440"/>
            <a:ext cx="6400800" cy="594360"/>
          </a:xfrm>
          <a:prstGeom prst="rect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234440"/>
            <a:ext cx="54864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280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13441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 is more reliable than native tool-calling API on Groq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984248"/>
            <a:ext cx="6400800" cy="594360"/>
          </a:xfrm>
          <a:prstGeom prst="rect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1984248"/>
            <a:ext cx="54864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029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57400" y="20939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offers free, ultra-fast inference — ideal for agentic loops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734056"/>
            <a:ext cx="6400800" cy="594360"/>
          </a:xfrm>
          <a:prstGeom prst="rect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2734056"/>
            <a:ext cx="54864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7797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57400" y="28437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are easy — just Python functions + JSON schema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483864"/>
            <a:ext cx="6400800" cy="594360"/>
          </a:xfrm>
          <a:prstGeom prst="rect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71600" y="3483864"/>
            <a:ext cx="54864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5295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057400" y="35935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 works by passing full chat history each call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33672"/>
            <a:ext cx="6400800" cy="594360"/>
          </a:xfrm>
          <a:prstGeom prst="rect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4233672"/>
            <a:ext cx="54864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2793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057400" y="4343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LangChain dependency — pure Groq SDK is simpler and more stable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github.com/your-repo  ·  console.groq.com  ·  Built with Groq + Llama 3.3 + DDGS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Tool-Using Agent with Groq + LangChain</dc:title>
  <dc:subject>PptxGenJS Presentation</dc:subject>
  <dc:creator>PptxGenJS</dc:creator>
  <cp:lastModifiedBy>PptxGenJS</cp:lastModifiedBy>
  <cp:revision>1</cp:revision>
  <dcterms:created xsi:type="dcterms:W3CDTF">2026-03-14T04:07:20Z</dcterms:created>
  <dcterms:modified xsi:type="dcterms:W3CDTF">2026-03-14T04:07:20Z</dcterms:modified>
</cp:coreProperties>
</file>